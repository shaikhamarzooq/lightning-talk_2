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3" r:id="rId1"/>
  </p:sldMasterIdLst>
  <p:notesMasterIdLst>
    <p:notesMasterId r:id="rId19"/>
  </p:notesMasterIdLst>
  <p:sldIdLst>
    <p:sldId id="256" r:id="rId2"/>
    <p:sldId id="257" r:id="rId3"/>
    <p:sldId id="293" r:id="rId4"/>
    <p:sldId id="260" r:id="rId5"/>
    <p:sldId id="289" r:id="rId6"/>
    <p:sldId id="285" r:id="rId7"/>
    <p:sldId id="286" r:id="rId8"/>
    <p:sldId id="261" r:id="rId9"/>
    <p:sldId id="295" r:id="rId10"/>
    <p:sldId id="271" r:id="rId11"/>
    <p:sldId id="272" r:id="rId12"/>
    <p:sldId id="273" r:id="rId13"/>
    <p:sldId id="290" r:id="rId14"/>
    <p:sldId id="274" r:id="rId15"/>
    <p:sldId id="275" r:id="rId16"/>
    <p:sldId id="291" r:id="rId17"/>
    <p:sldId id="292" r:id="rId18"/>
  </p:sldIdLst>
  <p:sldSz cx="18288000" cy="10287000"/>
  <p:notesSz cx="6858000" cy="9144000"/>
  <p:embeddedFontLst>
    <p:embeddedFont>
      <p:font typeface="ADLaM Display" panose="02010000000000000000" pitchFamily="2" charset="0"/>
      <p:regular r:id="rId20"/>
    </p:embeddedFont>
    <p:embeddedFont>
      <p:font typeface="Gill Sans MT" panose="020B0502020104020203" pitchFamily="34"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Poppins Medium" panose="00000600000000000000" pitchFamily="2" charset="0"/>
      <p:regular r:id="rId29"/>
      <p:italic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4E8A91-82ED-4063-91EE-4710B81D1896}">
          <p14:sldIdLst>
            <p14:sldId id="256"/>
            <p14:sldId id="257"/>
            <p14:sldId id="293"/>
            <p14:sldId id="260"/>
            <p14:sldId id="289"/>
            <p14:sldId id="285"/>
            <p14:sldId id="286"/>
          </p14:sldIdLst>
        </p14:section>
        <p14:section name="Untitled Section" id="{9B85F024-F364-40DD-9A57-8FC8E807CEB6}">
          <p14:sldIdLst>
            <p14:sldId id="261"/>
            <p14:sldId id="295"/>
            <p14:sldId id="271"/>
            <p14:sldId id="272"/>
            <p14:sldId id="273"/>
            <p14:sldId id="290"/>
            <p14:sldId id="274"/>
            <p14:sldId id="275"/>
            <p14:sldId id="291"/>
            <p14:sldId id="29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E42"/>
    <a:srgbClr val="1CADE4"/>
    <a:srgbClr val="06B6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22" autoAdjust="0"/>
  </p:normalViewPr>
  <p:slideViewPr>
    <p:cSldViewPr>
      <p:cViewPr>
        <p:scale>
          <a:sx n="50" d="100"/>
          <a:sy n="50" d="100"/>
        </p:scale>
        <p:origin x="955" y="1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91732-CDE2-4852-9982-8823D5D1587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2D6B466-23EA-4853-8266-125B80DC838A}">
      <dgm:prSet custT="1"/>
      <dgm:spPr/>
      <dgm:t>
        <a:bodyPr/>
        <a:lstStyle/>
        <a:p>
          <a:pPr>
            <a:lnSpc>
              <a:spcPct val="100000"/>
            </a:lnSpc>
          </a:pPr>
          <a:r>
            <a:rPr lang="en-US" sz="2800" dirty="0"/>
            <a:t>Airline ticket prices fluctuate significantly, and travelers may pay substantially different prices for the same route depending on factors such as the airline, departure time, arrival time, number of stops, travel duration, seat class, and booking lead time. These pricing variations make it difficult for customers to determine whether they are purchasing a ticket at a reasonable price and save in some cases up to 25% of the ticket price.</a:t>
          </a:r>
        </a:p>
      </dgm:t>
    </dgm:pt>
    <dgm:pt modelId="{67103892-2E82-40AA-A77D-3BE03987287E}" type="parTrans" cxnId="{0416A4A5-5096-4EC2-A6E0-1093DB50604C}">
      <dgm:prSet/>
      <dgm:spPr/>
      <dgm:t>
        <a:bodyPr/>
        <a:lstStyle/>
        <a:p>
          <a:endParaRPr lang="en-US"/>
        </a:p>
      </dgm:t>
    </dgm:pt>
    <dgm:pt modelId="{6CDB54E5-CBB6-41F6-A41E-D2AA8A7B5D4B}" type="sibTrans" cxnId="{0416A4A5-5096-4EC2-A6E0-1093DB50604C}">
      <dgm:prSet/>
      <dgm:spPr/>
      <dgm:t>
        <a:bodyPr/>
        <a:lstStyle/>
        <a:p>
          <a:endParaRPr lang="en-US"/>
        </a:p>
      </dgm:t>
    </dgm:pt>
    <dgm:pt modelId="{A653DE2B-55AB-4F34-BBC6-C1BC8F49B107}">
      <dgm:prSet custT="1"/>
      <dgm:spPr/>
      <dgm:t>
        <a:bodyPr/>
        <a:lstStyle/>
        <a:p>
          <a:pPr>
            <a:lnSpc>
              <a:spcPct val="100000"/>
            </a:lnSpc>
          </a:pPr>
          <a:r>
            <a:rPr lang="en-US" sz="2800" dirty="0"/>
            <a:t>The objective of this project is to analyze the factors influencing airline ticket prices and develop a machine learning model to predict ticket prices based on flight characteristics. By providing accurate price estimates with error rate do not exceed 10%, the model aims to support travelers in making more informed booking decisions and identifying lower-cost alternatives when multiple flight options are available.</a:t>
          </a:r>
        </a:p>
      </dgm:t>
    </dgm:pt>
    <dgm:pt modelId="{AB91C497-B565-4D7F-B510-222774233BB3}" type="parTrans" cxnId="{A5FE4D71-D546-46D1-9EAB-64890EE44423}">
      <dgm:prSet/>
      <dgm:spPr/>
      <dgm:t>
        <a:bodyPr/>
        <a:lstStyle/>
        <a:p>
          <a:endParaRPr lang="en-US"/>
        </a:p>
      </dgm:t>
    </dgm:pt>
    <dgm:pt modelId="{DE255A32-3A9B-4356-AC7E-334E0B2B2037}" type="sibTrans" cxnId="{A5FE4D71-D546-46D1-9EAB-64890EE44423}">
      <dgm:prSet/>
      <dgm:spPr/>
      <dgm:t>
        <a:bodyPr/>
        <a:lstStyle/>
        <a:p>
          <a:endParaRPr lang="en-US"/>
        </a:p>
      </dgm:t>
    </dgm:pt>
    <dgm:pt modelId="{B4DBD86A-1414-43CA-8D9E-3643662209EF}" type="pres">
      <dgm:prSet presAssocID="{9F891732-CDE2-4852-9982-8823D5D15875}" presName="root" presStyleCnt="0">
        <dgm:presLayoutVars>
          <dgm:dir/>
          <dgm:resizeHandles val="exact"/>
        </dgm:presLayoutVars>
      </dgm:prSet>
      <dgm:spPr/>
    </dgm:pt>
    <dgm:pt modelId="{BEC382D0-5B7C-4961-9765-D391DBB79092}" type="pres">
      <dgm:prSet presAssocID="{C2D6B466-23EA-4853-8266-125B80DC838A}" presName="compNode" presStyleCnt="0"/>
      <dgm:spPr/>
    </dgm:pt>
    <dgm:pt modelId="{295FFFFA-DFB2-4CA4-A1D1-EE1116BA5844}" type="pres">
      <dgm:prSet presAssocID="{C2D6B466-23EA-4853-8266-125B80DC838A}" presName="bgRect" presStyleLbl="bgShp" presStyleIdx="0" presStyleCnt="2" custLinFactNeighborX="238" custLinFactNeighborY="11701"/>
      <dgm:spPr/>
    </dgm:pt>
    <dgm:pt modelId="{12CC137B-2F6D-47D2-9213-9CD0A9EFC7A9}" type="pres">
      <dgm:prSet presAssocID="{C2D6B466-23EA-4853-8266-125B80DC838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irplane"/>
        </a:ext>
      </dgm:extLst>
    </dgm:pt>
    <dgm:pt modelId="{8260E48C-725D-440B-ACA0-0C245BEAEC3E}" type="pres">
      <dgm:prSet presAssocID="{C2D6B466-23EA-4853-8266-125B80DC838A}" presName="spaceRect" presStyleCnt="0"/>
      <dgm:spPr/>
    </dgm:pt>
    <dgm:pt modelId="{B6245687-5EAE-445F-AE22-4E98BB654D42}" type="pres">
      <dgm:prSet presAssocID="{C2D6B466-23EA-4853-8266-125B80DC838A}" presName="parTx" presStyleLbl="revTx" presStyleIdx="0" presStyleCnt="2" custLinFactNeighborX="-642" custLinFactNeighborY="5652">
        <dgm:presLayoutVars>
          <dgm:chMax val="0"/>
          <dgm:chPref val="0"/>
        </dgm:presLayoutVars>
      </dgm:prSet>
      <dgm:spPr/>
    </dgm:pt>
    <dgm:pt modelId="{DF358722-AF21-4C45-8E79-C32D7067D5F9}" type="pres">
      <dgm:prSet presAssocID="{6CDB54E5-CBB6-41F6-A41E-D2AA8A7B5D4B}" presName="sibTrans" presStyleCnt="0"/>
      <dgm:spPr/>
    </dgm:pt>
    <dgm:pt modelId="{094D8CAF-A66B-414B-92B8-00851BDD7526}" type="pres">
      <dgm:prSet presAssocID="{A653DE2B-55AB-4F34-BBC6-C1BC8F49B107}" presName="compNode" presStyleCnt="0"/>
      <dgm:spPr/>
    </dgm:pt>
    <dgm:pt modelId="{72A6F147-7C99-42B9-B184-4506C1AF670B}" type="pres">
      <dgm:prSet presAssocID="{A653DE2B-55AB-4F34-BBC6-C1BC8F49B107}" presName="bgRect" presStyleLbl="bgShp" presStyleIdx="1" presStyleCnt="2"/>
      <dgm:spPr/>
    </dgm:pt>
    <dgm:pt modelId="{3200D488-C9DA-4FA9-B217-4F8B75771B9B}" type="pres">
      <dgm:prSet presAssocID="{A653DE2B-55AB-4F34-BBC6-C1BC8F49B10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61E860D0-320C-4C89-8DE8-4959AF03B5C9}" type="pres">
      <dgm:prSet presAssocID="{A653DE2B-55AB-4F34-BBC6-C1BC8F49B107}" presName="spaceRect" presStyleCnt="0"/>
      <dgm:spPr/>
    </dgm:pt>
    <dgm:pt modelId="{C3BF3C90-055E-49E4-AC04-90B25EB78A25}" type="pres">
      <dgm:prSet presAssocID="{A653DE2B-55AB-4F34-BBC6-C1BC8F49B107}" presName="parTx" presStyleLbl="revTx" presStyleIdx="1" presStyleCnt="2">
        <dgm:presLayoutVars>
          <dgm:chMax val="0"/>
          <dgm:chPref val="0"/>
        </dgm:presLayoutVars>
      </dgm:prSet>
      <dgm:spPr/>
    </dgm:pt>
  </dgm:ptLst>
  <dgm:cxnLst>
    <dgm:cxn modelId="{CE3C4B33-C95B-4317-948A-D41A404F7C09}" type="presOf" srcId="{A653DE2B-55AB-4F34-BBC6-C1BC8F49B107}" destId="{C3BF3C90-055E-49E4-AC04-90B25EB78A25}" srcOrd="0" destOrd="0" presId="urn:microsoft.com/office/officeart/2018/2/layout/IconVerticalSolidList"/>
    <dgm:cxn modelId="{A5FE4D71-D546-46D1-9EAB-64890EE44423}" srcId="{9F891732-CDE2-4852-9982-8823D5D15875}" destId="{A653DE2B-55AB-4F34-BBC6-C1BC8F49B107}" srcOrd="1" destOrd="0" parTransId="{AB91C497-B565-4D7F-B510-222774233BB3}" sibTransId="{DE255A32-3A9B-4356-AC7E-334E0B2B2037}"/>
    <dgm:cxn modelId="{0416A4A5-5096-4EC2-A6E0-1093DB50604C}" srcId="{9F891732-CDE2-4852-9982-8823D5D15875}" destId="{C2D6B466-23EA-4853-8266-125B80DC838A}" srcOrd="0" destOrd="0" parTransId="{67103892-2E82-40AA-A77D-3BE03987287E}" sibTransId="{6CDB54E5-CBB6-41F6-A41E-D2AA8A7B5D4B}"/>
    <dgm:cxn modelId="{A772A2E8-A584-4A17-9B4C-0474BE0FEB45}" type="presOf" srcId="{C2D6B466-23EA-4853-8266-125B80DC838A}" destId="{B6245687-5EAE-445F-AE22-4E98BB654D42}" srcOrd="0" destOrd="0" presId="urn:microsoft.com/office/officeart/2018/2/layout/IconVerticalSolidList"/>
    <dgm:cxn modelId="{9E3F64F5-9CC0-4A80-B45A-A33FA57D4522}" type="presOf" srcId="{9F891732-CDE2-4852-9982-8823D5D15875}" destId="{B4DBD86A-1414-43CA-8D9E-3643662209EF}" srcOrd="0" destOrd="0" presId="urn:microsoft.com/office/officeart/2018/2/layout/IconVerticalSolidList"/>
    <dgm:cxn modelId="{225E3200-C4BF-43B3-AEE6-DD3685C59CD3}" type="presParOf" srcId="{B4DBD86A-1414-43CA-8D9E-3643662209EF}" destId="{BEC382D0-5B7C-4961-9765-D391DBB79092}" srcOrd="0" destOrd="0" presId="urn:microsoft.com/office/officeart/2018/2/layout/IconVerticalSolidList"/>
    <dgm:cxn modelId="{670AA6F2-232B-404A-9122-60A3639A0672}" type="presParOf" srcId="{BEC382D0-5B7C-4961-9765-D391DBB79092}" destId="{295FFFFA-DFB2-4CA4-A1D1-EE1116BA5844}" srcOrd="0" destOrd="0" presId="urn:microsoft.com/office/officeart/2018/2/layout/IconVerticalSolidList"/>
    <dgm:cxn modelId="{89496305-E040-416A-97F1-07F540D50B61}" type="presParOf" srcId="{BEC382D0-5B7C-4961-9765-D391DBB79092}" destId="{12CC137B-2F6D-47D2-9213-9CD0A9EFC7A9}" srcOrd="1" destOrd="0" presId="urn:microsoft.com/office/officeart/2018/2/layout/IconVerticalSolidList"/>
    <dgm:cxn modelId="{97204397-F008-4288-BDE8-8320ADDA3A72}" type="presParOf" srcId="{BEC382D0-5B7C-4961-9765-D391DBB79092}" destId="{8260E48C-725D-440B-ACA0-0C245BEAEC3E}" srcOrd="2" destOrd="0" presId="urn:microsoft.com/office/officeart/2018/2/layout/IconVerticalSolidList"/>
    <dgm:cxn modelId="{5D0264FA-EBD1-444C-97F9-832A05357146}" type="presParOf" srcId="{BEC382D0-5B7C-4961-9765-D391DBB79092}" destId="{B6245687-5EAE-445F-AE22-4E98BB654D42}" srcOrd="3" destOrd="0" presId="urn:microsoft.com/office/officeart/2018/2/layout/IconVerticalSolidList"/>
    <dgm:cxn modelId="{93A89C5A-AB89-4123-910C-6E55626C7C97}" type="presParOf" srcId="{B4DBD86A-1414-43CA-8D9E-3643662209EF}" destId="{DF358722-AF21-4C45-8E79-C32D7067D5F9}" srcOrd="1" destOrd="0" presId="urn:microsoft.com/office/officeart/2018/2/layout/IconVerticalSolidList"/>
    <dgm:cxn modelId="{0A8B83B7-D65B-428B-995F-88A7499525BE}" type="presParOf" srcId="{B4DBD86A-1414-43CA-8D9E-3643662209EF}" destId="{094D8CAF-A66B-414B-92B8-00851BDD7526}" srcOrd="2" destOrd="0" presId="urn:microsoft.com/office/officeart/2018/2/layout/IconVerticalSolidList"/>
    <dgm:cxn modelId="{2182ABF4-3143-4D6E-9C7F-5BDFD26B077F}" type="presParOf" srcId="{094D8CAF-A66B-414B-92B8-00851BDD7526}" destId="{72A6F147-7C99-42B9-B184-4506C1AF670B}" srcOrd="0" destOrd="0" presId="urn:microsoft.com/office/officeart/2018/2/layout/IconVerticalSolidList"/>
    <dgm:cxn modelId="{95D0D19C-0EAB-485B-9C8D-623A6CCA839C}" type="presParOf" srcId="{094D8CAF-A66B-414B-92B8-00851BDD7526}" destId="{3200D488-C9DA-4FA9-B217-4F8B75771B9B}" srcOrd="1" destOrd="0" presId="urn:microsoft.com/office/officeart/2018/2/layout/IconVerticalSolidList"/>
    <dgm:cxn modelId="{6CE4A867-FD00-42B7-A239-23C44597BE6F}" type="presParOf" srcId="{094D8CAF-A66B-414B-92B8-00851BDD7526}" destId="{61E860D0-320C-4C89-8DE8-4959AF03B5C9}" srcOrd="2" destOrd="0" presId="urn:microsoft.com/office/officeart/2018/2/layout/IconVerticalSolidList"/>
    <dgm:cxn modelId="{37A9B933-017A-4D21-8BD6-04D4E9672268}" type="presParOf" srcId="{094D8CAF-A66B-414B-92B8-00851BDD7526}" destId="{C3BF3C90-055E-49E4-AC04-90B25EB78A2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F0A973-1B01-43A4-A8A2-4497512D966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6BA681F4-6234-426A-B069-E174E06C0AC4}">
      <dgm:prSet phldrT="[Text]" custT="1"/>
      <dgm:spPr/>
      <dgm:t>
        <a:bodyPr/>
        <a:lstStyle/>
        <a:p>
          <a:pPr>
            <a:defRPr b="1"/>
          </a:pPr>
          <a:r>
            <a:rPr lang="en-US" sz="3200" b="1" dirty="0"/>
            <a:t>Business Goals</a:t>
          </a:r>
          <a:endParaRPr lang="en-US" sz="3200" dirty="0"/>
        </a:p>
      </dgm:t>
    </dgm:pt>
    <dgm:pt modelId="{37462B13-8822-4E7C-9C9F-B5BD63A22AA7}" type="parTrans" cxnId="{EA3866B3-2D16-491A-8B3E-FEB080DDF978}">
      <dgm:prSet/>
      <dgm:spPr/>
      <dgm:t>
        <a:bodyPr/>
        <a:lstStyle/>
        <a:p>
          <a:endParaRPr lang="en-US"/>
        </a:p>
      </dgm:t>
    </dgm:pt>
    <dgm:pt modelId="{08A33B62-36D9-4D76-8AA2-335710D1A40B}" type="sibTrans" cxnId="{EA3866B3-2D16-491A-8B3E-FEB080DDF978}">
      <dgm:prSet/>
      <dgm:spPr/>
      <dgm:t>
        <a:bodyPr/>
        <a:lstStyle/>
        <a:p>
          <a:endParaRPr lang="en-US"/>
        </a:p>
      </dgm:t>
    </dgm:pt>
    <dgm:pt modelId="{C883E1A3-EF8E-4767-A1DD-3A4A9D570898}">
      <dgm:prSet phldrT="[Text]" custT="1"/>
      <dgm:spPr/>
      <dgm:t>
        <a:bodyPr/>
        <a:lstStyle/>
        <a:p>
          <a:r>
            <a:rPr lang="en-US" sz="2400" dirty="0"/>
            <a:t>Predict price by analyzing the key factors that influence airline ticket prices and train models to predict based on the analysis.</a:t>
          </a:r>
        </a:p>
      </dgm:t>
    </dgm:pt>
    <dgm:pt modelId="{D9AF0606-8EB8-4198-99E1-502D52F15ABE}" type="parTrans" cxnId="{71C6A64E-CC02-453E-980E-832A1109E3E2}">
      <dgm:prSet/>
      <dgm:spPr/>
      <dgm:t>
        <a:bodyPr/>
        <a:lstStyle/>
        <a:p>
          <a:endParaRPr lang="en-US"/>
        </a:p>
      </dgm:t>
    </dgm:pt>
    <dgm:pt modelId="{19D0172B-F2A4-4D43-A058-4B25B2137EC6}" type="sibTrans" cxnId="{71C6A64E-CC02-453E-980E-832A1109E3E2}">
      <dgm:prSet/>
      <dgm:spPr/>
      <dgm:t>
        <a:bodyPr/>
        <a:lstStyle/>
        <a:p>
          <a:endParaRPr lang="en-US"/>
        </a:p>
      </dgm:t>
    </dgm:pt>
    <dgm:pt modelId="{D584C24D-9C42-43DD-A37B-93E90159F059}">
      <dgm:prSet phldrT="[Text]" custT="1"/>
      <dgm:spPr/>
      <dgm:t>
        <a:bodyPr/>
        <a:lstStyle/>
        <a:p>
          <a:pPr>
            <a:defRPr b="1"/>
          </a:pPr>
          <a:r>
            <a:rPr lang="en-US" sz="3200" b="1" dirty="0"/>
            <a:t>Machine Learning Goals</a:t>
          </a:r>
          <a:endParaRPr lang="en-US" sz="3200" dirty="0"/>
        </a:p>
      </dgm:t>
    </dgm:pt>
    <dgm:pt modelId="{FD8D0FE6-9CEC-4929-A82E-34414F8AD40D}" type="parTrans" cxnId="{8710DCC3-4988-4C96-98F6-5649859E17A2}">
      <dgm:prSet/>
      <dgm:spPr/>
      <dgm:t>
        <a:bodyPr/>
        <a:lstStyle/>
        <a:p>
          <a:endParaRPr lang="en-US"/>
        </a:p>
      </dgm:t>
    </dgm:pt>
    <dgm:pt modelId="{28997A38-8B0E-45B6-ACFA-5D24BFED6723}" type="sibTrans" cxnId="{8710DCC3-4988-4C96-98F6-5649859E17A2}">
      <dgm:prSet/>
      <dgm:spPr/>
      <dgm:t>
        <a:bodyPr/>
        <a:lstStyle/>
        <a:p>
          <a:endParaRPr lang="en-US"/>
        </a:p>
      </dgm:t>
    </dgm:pt>
    <dgm:pt modelId="{859F560D-BE89-4F12-A906-4C97876904AF}">
      <dgm:prSet phldrT="[Text]" custT="1"/>
      <dgm:spPr/>
      <dgm:t>
        <a:bodyPr/>
        <a:lstStyle/>
        <a:p>
          <a:r>
            <a:rPr lang="en-US" sz="2400" dirty="0"/>
            <a:t>Develop a regression model capable of predicting airline ticket prices using flight characteristics.</a:t>
          </a:r>
        </a:p>
      </dgm:t>
    </dgm:pt>
    <dgm:pt modelId="{63BCF8C6-43F3-41C2-9044-92098E70244E}" type="parTrans" cxnId="{34B447FA-A9A9-4BC9-BAA2-5FE5A5C3C0CB}">
      <dgm:prSet/>
      <dgm:spPr/>
      <dgm:t>
        <a:bodyPr/>
        <a:lstStyle/>
        <a:p>
          <a:endParaRPr lang="en-US"/>
        </a:p>
      </dgm:t>
    </dgm:pt>
    <dgm:pt modelId="{65F39081-2FC0-4637-AEA5-AD65213837A6}" type="sibTrans" cxnId="{34B447FA-A9A9-4BC9-BAA2-5FE5A5C3C0CB}">
      <dgm:prSet/>
      <dgm:spPr/>
      <dgm:t>
        <a:bodyPr/>
        <a:lstStyle/>
        <a:p>
          <a:endParaRPr lang="en-US"/>
        </a:p>
      </dgm:t>
    </dgm:pt>
    <dgm:pt modelId="{E88F42C6-D133-4AC8-B935-E9E19B636888}">
      <dgm:prSet custT="1"/>
      <dgm:spPr/>
      <dgm:t>
        <a:bodyPr/>
        <a:lstStyle/>
        <a:p>
          <a:r>
            <a:rPr lang="en-US" sz="2400" dirty="0"/>
            <a:t>Help travelers make more informed booking decisions by providing estimated ticket prices.</a:t>
          </a:r>
        </a:p>
      </dgm:t>
    </dgm:pt>
    <dgm:pt modelId="{B7DC77F3-0DD8-4CD2-80F5-9B9A0D624704}" type="parTrans" cxnId="{7972F34C-41DD-480A-8E45-08C1007CD19B}">
      <dgm:prSet/>
      <dgm:spPr/>
      <dgm:t>
        <a:bodyPr/>
        <a:lstStyle/>
        <a:p>
          <a:endParaRPr lang="en-US"/>
        </a:p>
      </dgm:t>
    </dgm:pt>
    <dgm:pt modelId="{B436C468-B8BE-4D19-829B-40B5D3E95BDF}" type="sibTrans" cxnId="{7972F34C-41DD-480A-8E45-08C1007CD19B}">
      <dgm:prSet/>
      <dgm:spPr/>
      <dgm:t>
        <a:bodyPr/>
        <a:lstStyle/>
        <a:p>
          <a:endParaRPr lang="en-US"/>
        </a:p>
      </dgm:t>
    </dgm:pt>
    <dgm:pt modelId="{549DB9A6-AA21-452B-B752-57DE93BF7112}">
      <dgm:prSet custT="1"/>
      <dgm:spPr/>
      <dgm:t>
        <a:bodyPr/>
        <a:lstStyle/>
        <a:p>
          <a:r>
            <a:rPr lang="en-US" sz="2400" dirty="0"/>
            <a:t>Compare multiple regression models algorithms (Linear Regression, Decision Tree, Random Forest, and </a:t>
          </a:r>
          <a:r>
            <a:rPr lang="en-US" sz="2400" dirty="0" err="1"/>
            <a:t>XGBoost</a:t>
          </a:r>
          <a:r>
            <a:rPr lang="en-US" sz="2400" dirty="0"/>
            <a:t>) to identify the best-performing model.</a:t>
          </a:r>
        </a:p>
      </dgm:t>
    </dgm:pt>
    <dgm:pt modelId="{A7ED68A3-19DB-4B1E-974C-1B3915A75EA5}" type="parTrans" cxnId="{CED9EE61-4363-4C42-991F-AB3BF7B55ABB}">
      <dgm:prSet/>
      <dgm:spPr/>
      <dgm:t>
        <a:bodyPr/>
        <a:lstStyle/>
        <a:p>
          <a:endParaRPr lang="en-US"/>
        </a:p>
      </dgm:t>
    </dgm:pt>
    <dgm:pt modelId="{34B9E72C-B8DA-4A8D-8617-D75ACEBFEA04}" type="sibTrans" cxnId="{CED9EE61-4363-4C42-991F-AB3BF7B55ABB}">
      <dgm:prSet/>
      <dgm:spPr/>
      <dgm:t>
        <a:bodyPr/>
        <a:lstStyle/>
        <a:p>
          <a:endParaRPr lang="en-US"/>
        </a:p>
      </dgm:t>
    </dgm:pt>
    <dgm:pt modelId="{721C2DFD-47AC-480C-B074-862C3EF96A7B}">
      <dgm:prSet custT="1"/>
      <dgm:spPr/>
      <dgm:t>
        <a:bodyPr/>
        <a:lstStyle/>
        <a:p>
          <a:r>
            <a:rPr lang="en-US" sz="2400" dirty="0"/>
            <a:t>Evaluate model performance using Mean Absolute Error (MAE), Root Mean Squared Error (RMSE), and the Coefficient of Determination (R²).</a:t>
          </a:r>
        </a:p>
      </dgm:t>
    </dgm:pt>
    <dgm:pt modelId="{0BFB97E2-5815-4DA6-99C4-984B009734B5}" type="parTrans" cxnId="{8E091003-89DC-4929-A848-0D670E5B39D2}">
      <dgm:prSet/>
      <dgm:spPr/>
      <dgm:t>
        <a:bodyPr/>
        <a:lstStyle/>
        <a:p>
          <a:endParaRPr lang="en-US"/>
        </a:p>
      </dgm:t>
    </dgm:pt>
    <dgm:pt modelId="{D0B4C39E-A7F1-4D2D-9D00-B3FE53B55666}" type="sibTrans" cxnId="{8E091003-89DC-4929-A848-0D670E5B39D2}">
      <dgm:prSet/>
      <dgm:spPr/>
      <dgm:t>
        <a:bodyPr/>
        <a:lstStyle/>
        <a:p>
          <a:endParaRPr lang="en-US"/>
        </a:p>
      </dgm:t>
    </dgm:pt>
    <dgm:pt modelId="{8320F0A8-79E3-4229-B9B6-B079CEC9E5AE}">
      <dgm:prSet custT="1"/>
      <dgm:spPr/>
      <dgm:t>
        <a:bodyPr/>
        <a:lstStyle/>
        <a:p>
          <a:r>
            <a:rPr lang="en-US" sz="2400" dirty="0"/>
            <a:t>Assess the impact of feature engineering by comparing baseline and engineered feature sets</a:t>
          </a:r>
        </a:p>
      </dgm:t>
    </dgm:pt>
    <dgm:pt modelId="{C44D6BD8-8B2C-4E9A-B3C4-4B13BA147448}" type="parTrans" cxnId="{D3D74131-0AF1-41CC-AD43-39D29B937CE3}">
      <dgm:prSet/>
      <dgm:spPr/>
      <dgm:t>
        <a:bodyPr/>
        <a:lstStyle/>
        <a:p>
          <a:endParaRPr lang="en-US"/>
        </a:p>
      </dgm:t>
    </dgm:pt>
    <dgm:pt modelId="{DE1DA395-B6F0-43D2-AC77-0AEC3BB2DB24}" type="sibTrans" cxnId="{D3D74131-0AF1-41CC-AD43-39D29B937CE3}">
      <dgm:prSet/>
      <dgm:spPr/>
      <dgm:t>
        <a:bodyPr/>
        <a:lstStyle/>
        <a:p>
          <a:endParaRPr lang="en-US"/>
        </a:p>
      </dgm:t>
    </dgm:pt>
    <dgm:pt modelId="{A6884B39-F9E0-447B-BC68-67A2442CAC55}">
      <dgm:prSet/>
      <dgm:spPr/>
      <dgm:t>
        <a:bodyPr/>
        <a:lstStyle/>
        <a:p>
          <a:endParaRPr lang="en-US" sz="2200" dirty="0"/>
        </a:p>
      </dgm:t>
    </dgm:pt>
    <dgm:pt modelId="{748B95B4-F9F1-45EF-870C-A6438B83229C}" type="parTrans" cxnId="{212EB240-82A0-4F0B-82BB-8A76C34228A0}">
      <dgm:prSet/>
      <dgm:spPr/>
      <dgm:t>
        <a:bodyPr/>
        <a:lstStyle/>
        <a:p>
          <a:endParaRPr lang="en-US"/>
        </a:p>
      </dgm:t>
    </dgm:pt>
    <dgm:pt modelId="{69BE2A89-6C94-4D00-B93A-6AB8FA15CEBB}" type="sibTrans" cxnId="{212EB240-82A0-4F0B-82BB-8A76C34228A0}">
      <dgm:prSet/>
      <dgm:spPr/>
      <dgm:t>
        <a:bodyPr/>
        <a:lstStyle/>
        <a:p>
          <a:endParaRPr lang="en-US"/>
        </a:p>
      </dgm:t>
    </dgm:pt>
    <dgm:pt modelId="{198F22E8-A7B4-4488-9316-E6F505BC768B}">
      <dgm:prSet custT="1"/>
      <dgm:spPr/>
      <dgm:t>
        <a:bodyPr/>
        <a:lstStyle/>
        <a:p>
          <a:r>
            <a:rPr lang="en-US" sz="2400" dirty="0"/>
            <a:t>Identify the flight characteristics associated with lower and higher ticket prices.</a:t>
          </a:r>
        </a:p>
      </dgm:t>
    </dgm:pt>
    <dgm:pt modelId="{1AE7624B-185B-47B8-AD13-500EE1A19D55}" type="parTrans" cxnId="{FDA60803-EE08-483D-934C-F1125E792216}">
      <dgm:prSet/>
      <dgm:spPr/>
      <dgm:t>
        <a:bodyPr/>
        <a:lstStyle/>
        <a:p>
          <a:endParaRPr lang="en-US"/>
        </a:p>
      </dgm:t>
    </dgm:pt>
    <dgm:pt modelId="{C0C1DCE9-5438-4D44-B8A6-675ED3FAA58B}" type="sibTrans" cxnId="{FDA60803-EE08-483D-934C-F1125E792216}">
      <dgm:prSet/>
      <dgm:spPr/>
      <dgm:t>
        <a:bodyPr/>
        <a:lstStyle/>
        <a:p>
          <a:endParaRPr lang="en-US"/>
        </a:p>
      </dgm:t>
    </dgm:pt>
    <dgm:pt modelId="{DE9126EE-35AC-487F-BA45-5FFAA3150AEC}" type="pres">
      <dgm:prSet presAssocID="{C8F0A973-1B01-43A4-A8A2-4497512D9661}" presName="linear" presStyleCnt="0">
        <dgm:presLayoutVars>
          <dgm:dir/>
          <dgm:animLvl val="lvl"/>
          <dgm:resizeHandles val="exact"/>
        </dgm:presLayoutVars>
      </dgm:prSet>
      <dgm:spPr/>
    </dgm:pt>
    <dgm:pt modelId="{B10989AA-0BCE-4EC2-BDA2-937E0815FDC1}" type="pres">
      <dgm:prSet presAssocID="{6BA681F4-6234-426A-B069-E174E06C0AC4}" presName="parentLin" presStyleCnt="0"/>
      <dgm:spPr/>
    </dgm:pt>
    <dgm:pt modelId="{086FE953-766C-4080-9C17-C213A563BA31}" type="pres">
      <dgm:prSet presAssocID="{6BA681F4-6234-426A-B069-E174E06C0AC4}" presName="parentLeftMargin" presStyleLbl="node1" presStyleIdx="0" presStyleCnt="2"/>
      <dgm:spPr/>
    </dgm:pt>
    <dgm:pt modelId="{4FFC35F1-6B3F-452E-A103-CB3C38F66EB9}" type="pres">
      <dgm:prSet presAssocID="{6BA681F4-6234-426A-B069-E174E06C0AC4}" presName="parentText" presStyleLbl="node1" presStyleIdx="0" presStyleCnt="2">
        <dgm:presLayoutVars>
          <dgm:chMax val="0"/>
          <dgm:bulletEnabled val="1"/>
        </dgm:presLayoutVars>
      </dgm:prSet>
      <dgm:spPr/>
    </dgm:pt>
    <dgm:pt modelId="{08D473BD-BC50-45F8-A97E-A713D7D18A53}" type="pres">
      <dgm:prSet presAssocID="{6BA681F4-6234-426A-B069-E174E06C0AC4}" presName="negativeSpace" presStyleCnt="0"/>
      <dgm:spPr/>
    </dgm:pt>
    <dgm:pt modelId="{B2D93796-42B9-4285-815F-94B95C14ACFB}" type="pres">
      <dgm:prSet presAssocID="{6BA681F4-6234-426A-B069-E174E06C0AC4}" presName="childText" presStyleLbl="conFgAcc1" presStyleIdx="0" presStyleCnt="2" custLinFactNeighborX="-162">
        <dgm:presLayoutVars>
          <dgm:bulletEnabled val="1"/>
        </dgm:presLayoutVars>
      </dgm:prSet>
      <dgm:spPr/>
    </dgm:pt>
    <dgm:pt modelId="{DA5A6517-5D84-42D6-B6F5-603C25D2FE0B}" type="pres">
      <dgm:prSet presAssocID="{08A33B62-36D9-4D76-8AA2-335710D1A40B}" presName="spaceBetweenRectangles" presStyleCnt="0"/>
      <dgm:spPr/>
    </dgm:pt>
    <dgm:pt modelId="{CC314D5D-3296-413D-871E-1BE0B645BEF3}" type="pres">
      <dgm:prSet presAssocID="{D584C24D-9C42-43DD-A37B-93E90159F059}" presName="parentLin" presStyleCnt="0"/>
      <dgm:spPr/>
    </dgm:pt>
    <dgm:pt modelId="{08BEC696-45A6-4695-A63D-D290260C7C05}" type="pres">
      <dgm:prSet presAssocID="{D584C24D-9C42-43DD-A37B-93E90159F059}" presName="parentLeftMargin" presStyleLbl="node1" presStyleIdx="0" presStyleCnt="2"/>
      <dgm:spPr/>
    </dgm:pt>
    <dgm:pt modelId="{492C815F-4384-43BB-80D5-816F9B670F72}" type="pres">
      <dgm:prSet presAssocID="{D584C24D-9C42-43DD-A37B-93E90159F059}" presName="parentText" presStyleLbl="node1" presStyleIdx="1" presStyleCnt="2">
        <dgm:presLayoutVars>
          <dgm:chMax val="0"/>
          <dgm:bulletEnabled val="1"/>
        </dgm:presLayoutVars>
      </dgm:prSet>
      <dgm:spPr/>
    </dgm:pt>
    <dgm:pt modelId="{9F1CF9FB-FDE1-4A36-8969-811B8B2499F1}" type="pres">
      <dgm:prSet presAssocID="{D584C24D-9C42-43DD-A37B-93E90159F059}" presName="negativeSpace" presStyleCnt="0"/>
      <dgm:spPr/>
    </dgm:pt>
    <dgm:pt modelId="{23CCCABE-1C8C-4C5D-9359-589DE96D5EE9}" type="pres">
      <dgm:prSet presAssocID="{D584C24D-9C42-43DD-A37B-93E90159F059}" presName="childText" presStyleLbl="conFgAcc1" presStyleIdx="1" presStyleCnt="2">
        <dgm:presLayoutVars>
          <dgm:bulletEnabled val="1"/>
        </dgm:presLayoutVars>
      </dgm:prSet>
      <dgm:spPr/>
    </dgm:pt>
  </dgm:ptLst>
  <dgm:cxnLst>
    <dgm:cxn modelId="{FDA60803-EE08-483D-934C-F1125E792216}" srcId="{6BA681F4-6234-426A-B069-E174E06C0AC4}" destId="{198F22E8-A7B4-4488-9316-E6F505BC768B}" srcOrd="2" destOrd="0" parTransId="{1AE7624B-185B-47B8-AD13-500EE1A19D55}" sibTransId="{C0C1DCE9-5438-4D44-B8A6-675ED3FAA58B}"/>
    <dgm:cxn modelId="{8E091003-89DC-4929-A848-0D670E5B39D2}" srcId="{D584C24D-9C42-43DD-A37B-93E90159F059}" destId="{721C2DFD-47AC-480C-B074-862C3EF96A7B}" srcOrd="2" destOrd="0" parTransId="{0BFB97E2-5815-4DA6-99C4-984B009734B5}" sibTransId="{D0B4C39E-A7F1-4D2D-9D00-B3FE53B55666}"/>
    <dgm:cxn modelId="{088BD31B-2BA2-473A-9A6F-79DE20F18BB4}" type="presOf" srcId="{549DB9A6-AA21-452B-B752-57DE93BF7112}" destId="{23CCCABE-1C8C-4C5D-9359-589DE96D5EE9}" srcOrd="0" destOrd="1" presId="urn:microsoft.com/office/officeart/2005/8/layout/list1"/>
    <dgm:cxn modelId="{C905771C-D55C-4555-B9BC-54AAFF5DE38E}" type="presOf" srcId="{C883E1A3-EF8E-4767-A1DD-3A4A9D570898}" destId="{B2D93796-42B9-4285-815F-94B95C14ACFB}" srcOrd="0" destOrd="0" presId="urn:microsoft.com/office/officeart/2005/8/layout/list1"/>
    <dgm:cxn modelId="{E970CE25-227D-4AD3-BC64-1626C80FFA10}" type="presOf" srcId="{A6884B39-F9E0-447B-BC68-67A2442CAC55}" destId="{B2D93796-42B9-4285-815F-94B95C14ACFB}" srcOrd="0" destOrd="3" presId="urn:microsoft.com/office/officeart/2005/8/layout/list1"/>
    <dgm:cxn modelId="{D3D74131-0AF1-41CC-AD43-39D29B937CE3}" srcId="{D584C24D-9C42-43DD-A37B-93E90159F059}" destId="{8320F0A8-79E3-4229-B9B6-B079CEC9E5AE}" srcOrd="3" destOrd="0" parTransId="{C44D6BD8-8B2C-4E9A-B3C4-4B13BA147448}" sibTransId="{DE1DA395-B6F0-43D2-AC77-0AEC3BB2DB24}"/>
    <dgm:cxn modelId="{5D7AB832-F872-40B1-9B2D-9A6ADC0C2CD8}" type="presOf" srcId="{6BA681F4-6234-426A-B069-E174E06C0AC4}" destId="{086FE953-766C-4080-9C17-C213A563BA31}" srcOrd="0" destOrd="0" presId="urn:microsoft.com/office/officeart/2005/8/layout/list1"/>
    <dgm:cxn modelId="{5974D23C-011E-4E3A-9B59-6D198BCC2FD2}" type="presOf" srcId="{198F22E8-A7B4-4488-9316-E6F505BC768B}" destId="{B2D93796-42B9-4285-815F-94B95C14ACFB}" srcOrd="0" destOrd="2" presId="urn:microsoft.com/office/officeart/2005/8/layout/list1"/>
    <dgm:cxn modelId="{212EB240-82A0-4F0B-82BB-8A76C34228A0}" srcId="{6BA681F4-6234-426A-B069-E174E06C0AC4}" destId="{A6884B39-F9E0-447B-BC68-67A2442CAC55}" srcOrd="3" destOrd="0" parTransId="{748B95B4-F9F1-45EF-870C-A6438B83229C}" sibTransId="{69BE2A89-6C94-4D00-B93A-6AB8FA15CEBB}"/>
    <dgm:cxn modelId="{CED9EE61-4363-4C42-991F-AB3BF7B55ABB}" srcId="{D584C24D-9C42-43DD-A37B-93E90159F059}" destId="{549DB9A6-AA21-452B-B752-57DE93BF7112}" srcOrd="1" destOrd="0" parTransId="{A7ED68A3-19DB-4B1E-974C-1B3915A75EA5}" sibTransId="{34B9E72C-B8DA-4A8D-8617-D75ACEBFEA04}"/>
    <dgm:cxn modelId="{D4577742-AD9C-48EB-B236-9F321E987B2D}" type="presOf" srcId="{721C2DFD-47AC-480C-B074-862C3EF96A7B}" destId="{23CCCABE-1C8C-4C5D-9359-589DE96D5EE9}" srcOrd="0" destOrd="2" presId="urn:microsoft.com/office/officeart/2005/8/layout/list1"/>
    <dgm:cxn modelId="{373BDF67-BE47-44F1-BE08-725B2D5882B7}" type="presOf" srcId="{C8F0A973-1B01-43A4-A8A2-4497512D9661}" destId="{DE9126EE-35AC-487F-BA45-5FFAA3150AEC}" srcOrd="0" destOrd="0" presId="urn:microsoft.com/office/officeart/2005/8/layout/list1"/>
    <dgm:cxn modelId="{7972F34C-41DD-480A-8E45-08C1007CD19B}" srcId="{6BA681F4-6234-426A-B069-E174E06C0AC4}" destId="{E88F42C6-D133-4AC8-B935-E9E19B636888}" srcOrd="1" destOrd="0" parTransId="{B7DC77F3-0DD8-4CD2-80F5-9B9A0D624704}" sibTransId="{B436C468-B8BE-4D19-829B-40B5D3E95BDF}"/>
    <dgm:cxn modelId="{71C6A64E-CC02-453E-980E-832A1109E3E2}" srcId="{6BA681F4-6234-426A-B069-E174E06C0AC4}" destId="{C883E1A3-EF8E-4767-A1DD-3A4A9D570898}" srcOrd="0" destOrd="0" parTransId="{D9AF0606-8EB8-4198-99E1-502D52F15ABE}" sibTransId="{19D0172B-F2A4-4D43-A058-4B25B2137EC6}"/>
    <dgm:cxn modelId="{10DB4972-BEAF-4F5F-A850-EC879ED4AA13}" type="presOf" srcId="{6BA681F4-6234-426A-B069-E174E06C0AC4}" destId="{4FFC35F1-6B3F-452E-A103-CB3C38F66EB9}" srcOrd="1" destOrd="0" presId="urn:microsoft.com/office/officeart/2005/8/layout/list1"/>
    <dgm:cxn modelId="{2FF10978-9BE3-4040-95EC-2B47254035A0}" type="presOf" srcId="{E88F42C6-D133-4AC8-B935-E9E19B636888}" destId="{B2D93796-42B9-4285-815F-94B95C14ACFB}" srcOrd="0" destOrd="1" presId="urn:microsoft.com/office/officeart/2005/8/layout/list1"/>
    <dgm:cxn modelId="{2D1E928A-B75D-47FC-B30C-31732E9A3146}" type="presOf" srcId="{D584C24D-9C42-43DD-A37B-93E90159F059}" destId="{492C815F-4384-43BB-80D5-816F9B670F72}" srcOrd="1" destOrd="0" presId="urn:microsoft.com/office/officeart/2005/8/layout/list1"/>
    <dgm:cxn modelId="{B1B918A5-4883-4B19-A5C7-F42B83EFC988}" type="presOf" srcId="{D584C24D-9C42-43DD-A37B-93E90159F059}" destId="{08BEC696-45A6-4695-A63D-D290260C7C05}" srcOrd="0" destOrd="0" presId="urn:microsoft.com/office/officeart/2005/8/layout/list1"/>
    <dgm:cxn modelId="{EA3866B3-2D16-491A-8B3E-FEB080DDF978}" srcId="{C8F0A973-1B01-43A4-A8A2-4497512D9661}" destId="{6BA681F4-6234-426A-B069-E174E06C0AC4}" srcOrd="0" destOrd="0" parTransId="{37462B13-8822-4E7C-9C9F-B5BD63A22AA7}" sibTransId="{08A33B62-36D9-4D76-8AA2-335710D1A40B}"/>
    <dgm:cxn modelId="{EB7A11C3-C932-4F7C-AA00-836C7436AF4C}" type="presOf" srcId="{859F560D-BE89-4F12-A906-4C97876904AF}" destId="{23CCCABE-1C8C-4C5D-9359-589DE96D5EE9}" srcOrd="0" destOrd="0" presId="urn:microsoft.com/office/officeart/2005/8/layout/list1"/>
    <dgm:cxn modelId="{8710DCC3-4988-4C96-98F6-5649859E17A2}" srcId="{C8F0A973-1B01-43A4-A8A2-4497512D9661}" destId="{D584C24D-9C42-43DD-A37B-93E90159F059}" srcOrd="1" destOrd="0" parTransId="{FD8D0FE6-9CEC-4929-A82E-34414F8AD40D}" sibTransId="{28997A38-8B0E-45B6-ACFA-5D24BFED6723}"/>
    <dgm:cxn modelId="{0615AAD3-943F-43CC-8C04-CC11E887675C}" type="presOf" srcId="{8320F0A8-79E3-4229-B9B6-B079CEC9E5AE}" destId="{23CCCABE-1C8C-4C5D-9359-589DE96D5EE9}" srcOrd="0" destOrd="3" presId="urn:microsoft.com/office/officeart/2005/8/layout/list1"/>
    <dgm:cxn modelId="{34B447FA-A9A9-4BC9-BAA2-5FE5A5C3C0CB}" srcId="{D584C24D-9C42-43DD-A37B-93E90159F059}" destId="{859F560D-BE89-4F12-A906-4C97876904AF}" srcOrd="0" destOrd="0" parTransId="{63BCF8C6-43F3-41C2-9044-92098E70244E}" sibTransId="{65F39081-2FC0-4637-AEA5-AD65213837A6}"/>
    <dgm:cxn modelId="{45E0469D-6ADF-4028-BB92-6A83D4D8D9B8}" type="presParOf" srcId="{DE9126EE-35AC-487F-BA45-5FFAA3150AEC}" destId="{B10989AA-0BCE-4EC2-BDA2-937E0815FDC1}" srcOrd="0" destOrd="0" presId="urn:microsoft.com/office/officeart/2005/8/layout/list1"/>
    <dgm:cxn modelId="{23E0C18F-702A-4622-AD54-12AD968A7663}" type="presParOf" srcId="{B10989AA-0BCE-4EC2-BDA2-937E0815FDC1}" destId="{086FE953-766C-4080-9C17-C213A563BA31}" srcOrd="0" destOrd="0" presId="urn:microsoft.com/office/officeart/2005/8/layout/list1"/>
    <dgm:cxn modelId="{3B4F5E88-8400-4296-8B85-F4CA5903B756}" type="presParOf" srcId="{B10989AA-0BCE-4EC2-BDA2-937E0815FDC1}" destId="{4FFC35F1-6B3F-452E-A103-CB3C38F66EB9}" srcOrd="1" destOrd="0" presId="urn:microsoft.com/office/officeart/2005/8/layout/list1"/>
    <dgm:cxn modelId="{5C4E62F2-3E14-4267-B2BE-4C21DD03224F}" type="presParOf" srcId="{DE9126EE-35AC-487F-BA45-5FFAA3150AEC}" destId="{08D473BD-BC50-45F8-A97E-A713D7D18A53}" srcOrd="1" destOrd="0" presId="urn:microsoft.com/office/officeart/2005/8/layout/list1"/>
    <dgm:cxn modelId="{D3D7C23E-F240-4369-B06D-4FD97C3CE06F}" type="presParOf" srcId="{DE9126EE-35AC-487F-BA45-5FFAA3150AEC}" destId="{B2D93796-42B9-4285-815F-94B95C14ACFB}" srcOrd="2" destOrd="0" presId="urn:microsoft.com/office/officeart/2005/8/layout/list1"/>
    <dgm:cxn modelId="{747AFA14-1953-4C00-8DF7-A4B30FEE462A}" type="presParOf" srcId="{DE9126EE-35AC-487F-BA45-5FFAA3150AEC}" destId="{DA5A6517-5D84-42D6-B6F5-603C25D2FE0B}" srcOrd="3" destOrd="0" presId="urn:microsoft.com/office/officeart/2005/8/layout/list1"/>
    <dgm:cxn modelId="{6FF4A2C1-A176-4DD7-B6D4-AA8CE1AA1176}" type="presParOf" srcId="{DE9126EE-35AC-487F-BA45-5FFAA3150AEC}" destId="{CC314D5D-3296-413D-871E-1BE0B645BEF3}" srcOrd="4" destOrd="0" presId="urn:microsoft.com/office/officeart/2005/8/layout/list1"/>
    <dgm:cxn modelId="{98C07272-03FE-49EA-9E0B-799E8D381873}" type="presParOf" srcId="{CC314D5D-3296-413D-871E-1BE0B645BEF3}" destId="{08BEC696-45A6-4695-A63D-D290260C7C05}" srcOrd="0" destOrd="0" presId="urn:microsoft.com/office/officeart/2005/8/layout/list1"/>
    <dgm:cxn modelId="{02D3CAE5-C433-4831-AEA4-59F5E45E0958}" type="presParOf" srcId="{CC314D5D-3296-413D-871E-1BE0B645BEF3}" destId="{492C815F-4384-43BB-80D5-816F9B670F72}" srcOrd="1" destOrd="0" presId="urn:microsoft.com/office/officeart/2005/8/layout/list1"/>
    <dgm:cxn modelId="{CB8B88D8-2865-4A6C-89B0-B4AFD35BCA76}" type="presParOf" srcId="{DE9126EE-35AC-487F-BA45-5FFAA3150AEC}" destId="{9F1CF9FB-FDE1-4A36-8969-811B8B2499F1}" srcOrd="5" destOrd="0" presId="urn:microsoft.com/office/officeart/2005/8/layout/list1"/>
    <dgm:cxn modelId="{BEDFCE73-CF16-47F2-BE1F-5B7828B479C6}" type="presParOf" srcId="{DE9126EE-35AC-487F-BA45-5FFAA3150AEC}" destId="{23CCCABE-1C8C-4C5D-9359-589DE96D5EE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C1F405-5125-47A8-A970-46A6DACDDC0D}"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2F725589-83BE-4223-B54E-4EA1DBFB4D4F}">
      <dgm:prSet phldrT="[Text]" custT="1"/>
      <dgm:spPr/>
      <dgm:t>
        <a:bodyPr/>
        <a:lstStyle/>
        <a:p>
          <a:pPr>
            <a:buFont typeface="Arial"/>
            <a:buChar char="•"/>
          </a:pPr>
          <a:r>
            <a:rPr lang="en-US" sz="2400" b="1" dirty="0">
              <a:solidFill>
                <a:srgbClr val="000000"/>
              </a:solidFill>
              <a:latin typeface="+mj-lt"/>
              <a:ea typeface="Open Sans 2" panose="020B0604020202020204" charset="0"/>
              <a:cs typeface="Open Sans 2" panose="020B0604020202020204" charset="0"/>
              <a:sym typeface="Open Sans 2"/>
            </a:rPr>
            <a:t>Min price:$1105</a:t>
          </a:r>
          <a:endParaRPr lang="en-US" sz="2400" b="1" dirty="0">
            <a:latin typeface="+mj-lt"/>
            <a:ea typeface="Open Sans 2" panose="020B0604020202020204" charset="0"/>
            <a:cs typeface="Open Sans 2" panose="020B0604020202020204" charset="0"/>
          </a:endParaRPr>
        </a:p>
      </dgm:t>
    </dgm:pt>
    <dgm:pt modelId="{0CF84AE9-3A93-4227-8EC5-9CE64982B9E4}" type="parTrans" cxnId="{DADE50E7-6AE2-4B3E-BC78-E10211F84DC3}">
      <dgm:prSet/>
      <dgm:spPr/>
      <dgm:t>
        <a:bodyPr/>
        <a:lstStyle/>
        <a:p>
          <a:endParaRPr lang="en-US"/>
        </a:p>
      </dgm:t>
    </dgm:pt>
    <dgm:pt modelId="{F95DDB03-7871-407A-9B2E-779745D55595}" type="sibTrans" cxnId="{DADE50E7-6AE2-4B3E-BC78-E10211F84DC3}">
      <dgm:prSet/>
      <dgm:spPr/>
      <dgm:t>
        <a:bodyPr/>
        <a:lstStyle/>
        <a:p>
          <a:endParaRPr lang="en-US"/>
        </a:p>
      </dgm:t>
    </dgm:pt>
    <dgm:pt modelId="{4A88B07E-D0A1-46B4-B888-68753DF8B084}">
      <dgm:prSet phldrT="[Text]" custT="1"/>
      <dgm:spPr/>
      <dgm:t>
        <a:bodyPr/>
        <a:lstStyle/>
        <a:p>
          <a:pPr>
            <a:buFont typeface="Arial"/>
            <a:buChar char="•"/>
          </a:pPr>
          <a:r>
            <a:rPr lang="en-US" sz="2400" b="1" dirty="0">
              <a:solidFill>
                <a:srgbClr val="000000"/>
              </a:solidFill>
              <a:latin typeface="+mj-lt"/>
              <a:ea typeface="Open Sans 2"/>
              <a:cs typeface="Open Sans 2"/>
              <a:sym typeface="Open Sans 2"/>
            </a:rPr>
            <a:t>Max price:$123.07K</a:t>
          </a:r>
          <a:endParaRPr lang="en-US" sz="2400" b="1" dirty="0">
            <a:latin typeface="+mj-lt"/>
          </a:endParaRPr>
        </a:p>
      </dgm:t>
    </dgm:pt>
    <dgm:pt modelId="{296ADEEA-9D22-4A46-BF68-9D5423A1A9E6}" type="parTrans" cxnId="{3B7E3009-675F-468E-865B-37669152ED76}">
      <dgm:prSet/>
      <dgm:spPr/>
      <dgm:t>
        <a:bodyPr/>
        <a:lstStyle/>
        <a:p>
          <a:endParaRPr lang="en-US"/>
        </a:p>
      </dgm:t>
    </dgm:pt>
    <dgm:pt modelId="{5BEF3AB3-2A09-4AE2-84DE-08D182A8037E}" type="sibTrans" cxnId="{3B7E3009-675F-468E-865B-37669152ED76}">
      <dgm:prSet/>
      <dgm:spPr/>
      <dgm:t>
        <a:bodyPr/>
        <a:lstStyle/>
        <a:p>
          <a:endParaRPr lang="en-US"/>
        </a:p>
      </dgm:t>
    </dgm:pt>
    <dgm:pt modelId="{894062D4-54F5-4F89-AFFD-D91544EBDF7B}">
      <dgm:prSet phldrT="[Text]" custT="1"/>
      <dgm:spPr/>
      <dgm:t>
        <a:bodyPr/>
        <a:lstStyle/>
        <a:p>
          <a:pPr>
            <a:buFont typeface="Arial"/>
            <a:buChar char="•"/>
          </a:pPr>
          <a:r>
            <a:rPr lang="en-US" sz="2400" b="1" dirty="0">
              <a:solidFill>
                <a:srgbClr val="000000"/>
              </a:solidFill>
              <a:latin typeface="+mj-lt"/>
              <a:ea typeface="Open Sans 2"/>
              <a:cs typeface="Open Sans 2"/>
              <a:sym typeface="Open Sans 2"/>
            </a:rPr>
            <a:t>Mean:$20.9K</a:t>
          </a:r>
          <a:endParaRPr lang="en-US" sz="2400" b="1" dirty="0">
            <a:latin typeface="+mj-lt"/>
          </a:endParaRPr>
        </a:p>
      </dgm:t>
    </dgm:pt>
    <dgm:pt modelId="{3DF1D935-8D45-4E80-946F-9757653C67B0}" type="parTrans" cxnId="{8C0DB1EC-16C7-4813-BDD8-5C3C32E9C0FD}">
      <dgm:prSet/>
      <dgm:spPr/>
      <dgm:t>
        <a:bodyPr/>
        <a:lstStyle/>
        <a:p>
          <a:endParaRPr lang="en-US"/>
        </a:p>
      </dgm:t>
    </dgm:pt>
    <dgm:pt modelId="{1CAAA02A-C6CF-44A9-9A4A-B2AC19B78550}" type="sibTrans" cxnId="{8C0DB1EC-16C7-4813-BDD8-5C3C32E9C0FD}">
      <dgm:prSet/>
      <dgm:spPr/>
      <dgm:t>
        <a:bodyPr/>
        <a:lstStyle/>
        <a:p>
          <a:endParaRPr lang="en-US"/>
        </a:p>
      </dgm:t>
    </dgm:pt>
    <dgm:pt modelId="{6D0689C7-E5F1-45A4-9E1E-539D6171ECC8}">
      <dgm:prSet phldrT="[Text]" phldr="0"/>
      <dgm:spPr/>
      <dgm: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Findings</a:t>
          </a:r>
        </a:p>
      </dgm:t>
    </dgm:pt>
    <dgm:pt modelId="{1EAC7AF8-5187-4127-9115-8BA9F96C7B86}" type="sibTrans" cxnId="{B32C1AD3-F85A-4CB3-9FE2-8EC121133A78}">
      <dgm:prSet/>
      <dgm:spPr/>
      <dgm:t>
        <a:bodyPr/>
        <a:lstStyle/>
        <a:p>
          <a:endParaRPr lang="en-US"/>
        </a:p>
      </dgm:t>
    </dgm:pt>
    <dgm:pt modelId="{45123E4D-2268-4FC2-9867-3D0DD94FB901}" type="parTrans" cxnId="{B32C1AD3-F85A-4CB3-9FE2-8EC121133A78}">
      <dgm:prSet/>
      <dgm:spPr/>
      <dgm:t>
        <a:bodyPr/>
        <a:lstStyle/>
        <a:p>
          <a:endParaRPr lang="en-US"/>
        </a:p>
      </dgm:t>
    </dgm:pt>
    <dgm:pt modelId="{73548AFE-72A2-4A9A-99EC-66682E6FD453}">
      <dgm:prSet phldrT="[Text]" custT="1"/>
      <dgm:spPr/>
      <dgm:t>
        <a:bodyPr/>
        <a:lstStyle/>
        <a:p>
          <a:pPr>
            <a:buFont typeface="Arial"/>
            <a:buChar char="•"/>
          </a:pPr>
          <a:r>
            <a:rPr lang="en-US" sz="2400" b="1" dirty="0">
              <a:solidFill>
                <a:srgbClr val="000000"/>
              </a:solidFill>
              <a:latin typeface="+mj-lt"/>
              <a:ea typeface="Open Sans 2"/>
              <a:cs typeface="Open Sans 2"/>
              <a:sym typeface="Open Sans 2"/>
            </a:rPr>
            <a:t>Median:$7.4K</a:t>
          </a:r>
          <a:endParaRPr lang="en-US" sz="2400" b="1" dirty="0">
            <a:latin typeface="+mj-lt"/>
          </a:endParaRPr>
        </a:p>
      </dgm:t>
    </dgm:pt>
    <dgm:pt modelId="{30E55915-E09C-4D2A-916F-F620FD1E2C74}" type="parTrans" cxnId="{ADF8E834-4C3E-4BB2-A36C-4F521391CEA4}">
      <dgm:prSet/>
      <dgm:spPr/>
      <dgm:t>
        <a:bodyPr/>
        <a:lstStyle/>
        <a:p>
          <a:endParaRPr lang="en-US"/>
        </a:p>
      </dgm:t>
    </dgm:pt>
    <dgm:pt modelId="{D810C30C-C3EF-40CD-8F57-31A5DF3CEFF9}" type="sibTrans" cxnId="{ADF8E834-4C3E-4BB2-A36C-4F521391CEA4}">
      <dgm:prSet/>
      <dgm:spPr/>
      <dgm:t>
        <a:bodyPr/>
        <a:lstStyle/>
        <a:p>
          <a:endParaRPr lang="en-US"/>
        </a:p>
      </dgm:t>
    </dgm:pt>
    <dgm:pt modelId="{4B50BBE4-234A-4376-887D-119546526562}" type="pres">
      <dgm:prSet presAssocID="{2DC1F405-5125-47A8-A970-46A6DACDDC0D}" presName="diagram" presStyleCnt="0">
        <dgm:presLayoutVars>
          <dgm:chPref val="1"/>
          <dgm:dir/>
          <dgm:animOne val="branch"/>
          <dgm:animLvl val="lvl"/>
          <dgm:resizeHandles/>
        </dgm:presLayoutVars>
      </dgm:prSet>
      <dgm:spPr/>
    </dgm:pt>
    <dgm:pt modelId="{2358C798-0CE6-4715-8AEF-A0F5D3BEC16D}" type="pres">
      <dgm:prSet presAssocID="{6D0689C7-E5F1-45A4-9E1E-539D6171ECC8}" presName="root" presStyleCnt="0"/>
      <dgm:spPr/>
    </dgm:pt>
    <dgm:pt modelId="{33D62BF0-3E59-4B2F-908E-9F7FD3D3CC38}" type="pres">
      <dgm:prSet presAssocID="{6D0689C7-E5F1-45A4-9E1E-539D6171ECC8}" presName="rootComposite" presStyleCnt="0"/>
      <dgm:spPr/>
    </dgm:pt>
    <dgm:pt modelId="{5A985E40-36A9-42C9-B2AA-A2DFF4399524}" type="pres">
      <dgm:prSet presAssocID="{6D0689C7-E5F1-45A4-9E1E-539D6171ECC8}" presName="rootText" presStyleLbl="node1" presStyleIdx="0" presStyleCnt="1"/>
      <dgm:spPr/>
    </dgm:pt>
    <dgm:pt modelId="{79EFD052-5F79-4EFC-9974-20D2F15F16BB}" type="pres">
      <dgm:prSet presAssocID="{6D0689C7-E5F1-45A4-9E1E-539D6171ECC8}" presName="rootConnector" presStyleLbl="node1" presStyleIdx="0" presStyleCnt="1"/>
      <dgm:spPr/>
    </dgm:pt>
    <dgm:pt modelId="{63A005B1-8D4A-42B4-8599-D797EDC0C9AB}" type="pres">
      <dgm:prSet presAssocID="{6D0689C7-E5F1-45A4-9E1E-539D6171ECC8}" presName="childShape" presStyleCnt="0"/>
      <dgm:spPr/>
    </dgm:pt>
    <dgm:pt modelId="{4F8D47B8-F5DE-4116-B563-65A22058C145}" type="pres">
      <dgm:prSet presAssocID="{0CF84AE9-3A93-4227-8EC5-9CE64982B9E4}" presName="Name13" presStyleLbl="parChTrans1D2" presStyleIdx="0" presStyleCnt="4"/>
      <dgm:spPr/>
    </dgm:pt>
    <dgm:pt modelId="{7156E8A1-7A38-4F05-A7FC-AB1311FDAFBD}" type="pres">
      <dgm:prSet presAssocID="{2F725589-83BE-4223-B54E-4EA1DBFB4D4F}" presName="childText" presStyleLbl="bgAcc1" presStyleIdx="0" presStyleCnt="4">
        <dgm:presLayoutVars>
          <dgm:bulletEnabled val="1"/>
        </dgm:presLayoutVars>
      </dgm:prSet>
      <dgm:spPr/>
    </dgm:pt>
    <dgm:pt modelId="{AC308047-5191-4622-91F0-64B1289410D6}" type="pres">
      <dgm:prSet presAssocID="{296ADEEA-9D22-4A46-BF68-9D5423A1A9E6}" presName="Name13" presStyleLbl="parChTrans1D2" presStyleIdx="1" presStyleCnt="4"/>
      <dgm:spPr/>
    </dgm:pt>
    <dgm:pt modelId="{955D8D34-49AA-4C22-B1F7-50ABB9CC2A72}" type="pres">
      <dgm:prSet presAssocID="{4A88B07E-D0A1-46B4-B888-68753DF8B084}" presName="childText" presStyleLbl="bgAcc1" presStyleIdx="1" presStyleCnt="4">
        <dgm:presLayoutVars>
          <dgm:bulletEnabled val="1"/>
        </dgm:presLayoutVars>
      </dgm:prSet>
      <dgm:spPr/>
    </dgm:pt>
    <dgm:pt modelId="{8A7699CC-49A9-4F34-B474-661EF97F464C}" type="pres">
      <dgm:prSet presAssocID="{3DF1D935-8D45-4E80-946F-9757653C67B0}" presName="Name13" presStyleLbl="parChTrans1D2" presStyleIdx="2" presStyleCnt="4"/>
      <dgm:spPr/>
    </dgm:pt>
    <dgm:pt modelId="{1AEA7EB1-85E5-495E-8278-571DBB03E898}" type="pres">
      <dgm:prSet presAssocID="{894062D4-54F5-4F89-AFFD-D91544EBDF7B}" presName="childText" presStyleLbl="bgAcc1" presStyleIdx="2" presStyleCnt="4">
        <dgm:presLayoutVars>
          <dgm:bulletEnabled val="1"/>
        </dgm:presLayoutVars>
      </dgm:prSet>
      <dgm:spPr/>
    </dgm:pt>
    <dgm:pt modelId="{75BF43ED-E07B-4047-A340-F9FB16B5CF09}" type="pres">
      <dgm:prSet presAssocID="{30E55915-E09C-4D2A-916F-F620FD1E2C74}" presName="Name13" presStyleLbl="parChTrans1D2" presStyleIdx="3" presStyleCnt="4"/>
      <dgm:spPr/>
    </dgm:pt>
    <dgm:pt modelId="{9DCAD8A5-9D7E-43F6-B6D9-4E9CDDAC682B}" type="pres">
      <dgm:prSet presAssocID="{73548AFE-72A2-4A9A-99EC-66682E6FD453}" presName="childText" presStyleLbl="bgAcc1" presStyleIdx="3" presStyleCnt="4">
        <dgm:presLayoutVars>
          <dgm:bulletEnabled val="1"/>
        </dgm:presLayoutVars>
      </dgm:prSet>
      <dgm:spPr/>
    </dgm:pt>
  </dgm:ptLst>
  <dgm:cxnLst>
    <dgm:cxn modelId="{C1964608-EA64-4A2C-9D41-C5B94D694CF9}" type="presOf" srcId="{6D0689C7-E5F1-45A4-9E1E-539D6171ECC8}" destId="{79EFD052-5F79-4EFC-9974-20D2F15F16BB}" srcOrd="1" destOrd="0" presId="urn:microsoft.com/office/officeart/2005/8/layout/hierarchy3"/>
    <dgm:cxn modelId="{3B7E3009-675F-468E-865B-37669152ED76}" srcId="{6D0689C7-E5F1-45A4-9E1E-539D6171ECC8}" destId="{4A88B07E-D0A1-46B4-B888-68753DF8B084}" srcOrd="1" destOrd="0" parTransId="{296ADEEA-9D22-4A46-BF68-9D5423A1A9E6}" sibTransId="{5BEF3AB3-2A09-4AE2-84DE-08D182A8037E}"/>
    <dgm:cxn modelId="{D30D9A10-A4E2-4D6B-80AA-38A2403903C1}" type="presOf" srcId="{3DF1D935-8D45-4E80-946F-9757653C67B0}" destId="{8A7699CC-49A9-4F34-B474-661EF97F464C}" srcOrd="0" destOrd="0" presId="urn:microsoft.com/office/officeart/2005/8/layout/hierarchy3"/>
    <dgm:cxn modelId="{0BA5AD1E-4D2A-4277-923E-18FCF96EFBB1}" type="presOf" srcId="{2DC1F405-5125-47A8-A970-46A6DACDDC0D}" destId="{4B50BBE4-234A-4376-887D-119546526562}" srcOrd="0" destOrd="0" presId="urn:microsoft.com/office/officeart/2005/8/layout/hierarchy3"/>
    <dgm:cxn modelId="{2B338121-E644-45BC-BCD3-CE729CD4F8ED}" type="presOf" srcId="{4A88B07E-D0A1-46B4-B888-68753DF8B084}" destId="{955D8D34-49AA-4C22-B1F7-50ABB9CC2A72}" srcOrd="0" destOrd="0" presId="urn:microsoft.com/office/officeart/2005/8/layout/hierarchy3"/>
    <dgm:cxn modelId="{8D466634-CF5E-4DC9-8263-EAD5E9563D2B}" type="presOf" srcId="{2F725589-83BE-4223-B54E-4EA1DBFB4D4F}" destId="{7156E8A1-7A38-4F05-A7FC-AB1311FDAFBD}" srcOrd="0" destOrd="0" presId="urn:microsoft.com/office/officeart/2005/8/layout/hierarchy3"/>
    <dgm:cxn modelId="{ADF8E834-4C3E-4BB2-A36C-4F521391CEA4}" srcId="{6D0689C7-E5F1-45A4-9E1E-539D6171ECC8}" destId="{73548AFE-72A2-4A9A-99EC-66682E6FD453}" srcOrd="3" destOrd="0" parTransId="{30E55915-E09C-4D2A-916F-F620FD1E2C74}" sibTransId="{D810C30C-C3EF-40CD-8F57-31A5DF3CEFF9}"/>
    <dgm:cxn modelId="{E6EF7B60-6B61-4CF1-B552-5E681E2292BC}" type="presOf" srcId="{73548AFE-72A2-4A9A-99EC-66682E6FD453}" destId="{9DCAD8A5-9D7E-43F6-B6D9-4E9CDDAC682B}" srcOrd="0" destOrd="0" presId="urn:microsoft.com/office/officeart/2005/8/layout/hierarchy3"/>
    <dgm:cxn modelId="{E3B5BA46-B500-40FC-BA4F-1059F7DDA64B}" type="presOf" srcId="{30E55915-E09C-4D2A-916F-F620FD1E2C74}" destId="{75BF43ED-E07B-4047-A340-F9FB16B5CF09}" srcOrd="0" destOrd="0" presId="urn:microsoft.com/office/officeart/2005/8/layout/hierarchy3"/>
    <dgm:cxn modelId="{4592086E-1523-4297-B943-FB774A7A1DD3}" type="presOf" srcId="{0CF84AE9-3A93-4227-8EC5-9CE64982B9E4}" destId="{4F8D47B8-F5DE-4116-B563-65A22058C145}" srcOrd="0" destOrd="0" presId="urn:microsoft.com/office/officeart/2005/8/layout/hierarchy3"/>
    <dgm:cxn modelId="{993E4076-BB46-4851-8B53-A7EEE7E79C64}" type="presOf" srcId="{296ADEEA-9D22-4A46-BF68-9D5423A1A9E6}" destId="{AC308047-5191-4622-91F0-64B1289410D6}" srcOrd="0" destOrd="0" presId="urn:microsoft.com/office/officeart/2005/8/layout/hierarchy3"/>
    <dgm:cxn modelId="{9929207D-8BB4-4E4D-949C-CBEF047FA0DA}" type="presOf" srcId="{6D0689C7-E5F1-45A4-9E1E-539D6171ECC8}" destId="{5A985E40-36A9-42C9-B2AA-A2DFF4399524}" srcOrd="0" destOrd="0" presId="urn:microsoft.com/office/officeart/2005/8/layout/hierarchy3"/>
    <dgm:cxn modelId="{BC5C0BCC-E91C-433F-90E8-95077536C5AF}" type="presOf" srcId="{894062D4-54F5-4F89-AFFD-D91544EBDF7B}" destId="{1AEA7EB1-85E5-495E-8278-571DBB03E898}" srcOrd="0" destOrd="0" presId="urn:microsoft.com/office/officeart/2005/8/layout/hierarchy3"/>
    <dgm:cxn modelId="{B32C1AD3-F85A-4CB3-9FE2-8EC121133A78}" srcId="{2DC1F405-5125-47A8-A970-46A6DACDDC0D}" destId="{6D0689C7-E5F1-45A4-9E1E-539D6171ECC8}" srcOrd="0" destOrd="0" parTransId="{45123E4D-2268-4FC2-9867-3D0DD94FB901}" sibTransId="{1EAC7AF8-5187-4127-9115-8BA9F96C7B86}"/>
    <dgm:cxn modelId="{DADE50E7-6AE2-4B3E-BC78-E10211F84DC3}" srcId="{6D0689C7-E5F1-45A4-9E1E-539D6171ECC8}" destId="{2F725589-83BE-4223-B54E-4EA1DBFB4D4F}" srcOrd="0" destOrd="0" parTransId="{0CF84AE9-3A93-4227-8EC5-9CE64982B9E4}" sibTransId="{F95DDB03-7871-407A-9B2E-779745D55595}"/>
    <dgm:cxn modelId="{8C0DB1EC-16C7-4813-BDD8-5C3C32E9C0FD}" srcId="{6D0689C7-E5F1-45A4-9E1E-539D6171ECC8}" destId="{894062D4-54F5-4F89-AFFD-D91544EBDF7B}" srcOrd="2" destOrd="0" parTransId="{3DF1D935-8D45-4E80-946F-9757653C67B0}" sibTransId="{1CAAA02A-C6CF-44A9-9A4A-B2AC19B78550}"/>
    <dgm:cxn modelId="{B737C928-1160-422E-9723-C66BE9DEA988}" type="presParOf" srcId="{4B50BBE4-234A-4376-887D-119546526562}" destId="{2358C798-0CE6-4715-8AEF-A0F5D3BEC16D}" srcOrd="0" destOrd="0" presId="urn:microsoft.com/office/officeart/2005/8/layout/hierarchy3"/>
    <dgm:cxn modelId="{45D32AAE-5BF7-445F-BFFD-5A796CCFAF89}" type="presParOf" srcId="{2358C798-0CE6-4715-8AEF-A0F5D3BEC16D}" destId="{33D62BF0-3E59-4B2F-908E-9F7FD3D3CC38}" srcOrd="0" destOrd="0" presId="urn:microsoft.com/office/officeart/2005/8/layout/hierarchy3"/>
    <dgm:cxn modelId="{184AB2FE-C895-402A-8CD3-0CB90C76DFD2}" type="presParOf" srcId="{33D62BF0-3E59-4B2F-908E-9F7FD3D3CC38}" destId="{5A985E40-36A9-42C9-B2AA-A2DFF4399524}" srcOrd="0" destOrd="0" presId="urn:microsoft.com/office/officeart/2005/8/layout/hierarchy3"/>
    <dgm:cxn modelId="{7253DFC9-AED3-4940-B1EF-E0BC2C228174}" type="presParOf" srcId="{33D62BF0-3E59-4B2F-908E-9F7FD3D3CC38}" destId="{79EFD052-5F79-4EFC-9974-20D2F15F16BB}" srcOrd="1" destOrd="0" presId="urn:microsoft.com/office/officeart/2005/8/layout/hierarchy3"/>
    <dgm:cxn modelId="{AFE82591-9246-48FE-B0F7-2408B8A269ED}" type="presParOf" srcId="{2358C798-0CE6-4715-8AEF-A0F5D3BEC16D}" destId="{63A005B1-8D4A-42B4-8599-D797EDC0C9AB}" srcOrd="1" destOrd="0" presId="urn:microsoft.com/office/officeart/2005/8/layout/hierarchy3"/>
    <dgm:cxn modelId="{B5B296FB-8D06-4EBA-993F-5DFDAD609DA3}" type="presParOf" srcId="{63A005B1-8D4A-42B4-8599-D797EDC0C9AB}" destId="{4F8D47B8-F5DE-4116-B563-65A22058C145}" srcOrd="0" destOrd="0" presId="urn:microsoft.com/office/officeart/2005/8/layout/hierarchy3"/>
    <dgm:cxn modelId="{9BBECA39-E789-473B-B973-3418F4844EBF}" type="presParOf" srcId="{63A005B1-8D4A-42B4-8599-D797EDC0C9AB}" destId="{7156E8A1-7A38-4F05-A7FC-AB1311FDAFBD}" srcOrd="1" destOrd="0" presId="urn:microsoft.com/office/officeart/2005/8/layout/hierarchy3"/>
    <dgm:cxn modelId="{8FA9209F-7F27-4BBA-B8F8-8E1F993731AF}" type="presParOf" srcId="{63A005B1-8D4A-42B4-8599-D797EDC0C9AB}" destId="{AC308047-5191-4622-91F0-64B1289410D6}" srcOrd="2" destOrd="0" presId="urn:microsoft.com/office/officeart/2005/8/layout/hierarchy3"/>
    <dgm:cxn modelId="{1987C282-2F6C-4D3A-9D92-60D4F1877CDB}" type="presParOf" srcId="{63A005B1-8D4A-42B4-8599-D797EDC0C9AB}" destId="{955D8D34-49AA-4C22-B1F7-50ABB9CC2A72}" srcOrd="3" destOrd="0" presId="urn:microsoft.com/office/officeart/2005/8/layout/hierarchy3"/>
    <dgm:cxn modelId="{82EB6280-C3F3-4197-968E-98D1EE18DC46}" type="presParOf" srcId="{63A005B1-8D4A-42B4-8599-D797EDC0C9AB}" destId="{8A7699CC-49A9-4F34-B474-661EF97F464C}" srcOrd="4" destOrd="0" presId="urn:microsoft.com/office/officeart/2005/8/layout/hierarchy3"/>
    <dgm:cxn modelId="{09DEE3E3-C976-4DF4-BE84-7E799E4803F3}" type="presParOf" srcId="{63A005B1-8D4A-42B4-8599-D797EDC0C9AB}" destId="{1AEA7EB1-85E5-495E-8278-571DBB03E898}" srcOrd="5" destOrd="0" presId="urn:microsoft.com/office/officeart/2005/8/layout/hierarchy3"/>
    <dgm:cxn modelId="{E5C37BE7-CADB-4D75-B0CC-224E6DE082B4}" type="presParOf" srcId="{63A005B1-8D4A-42B4-8599-D797EDC0C9AB}" destId="{75BF43ED-E07B-4047-A340-F9FB16B5CF09}" srcOrd="6" destOrd="0" presId="urn:microsoft.com/office/officeart/2005/8/layout/hierarchy3"/>
    <dgm:cxn modelId="{4C9CC37D-0C24-4E8C-90C2-A230A1E6C02D}" type="presParOf" srcId="{63A005B1-8D4A-42B4-8599-D797EDC0C9AB}" destId="{9DCAD8A5-9D7E-43F6-B6D9-4E9CDDAC682B}" srcOrd="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1B3702-B4F9-4A68-8540-D35653F1395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5161EF7-3538-4BE9-AF68-83EF746B2CDE}">
      <dgm:prSet phldrT="[Text]" phldr="0" custT="1"/>
      <dgm:spPr/>
      <dgm:t>
        <a:bodyPr/>
        <a:lstStyle/>
        <a:p>
          <a:r>
            <a:rPr lang="en-US" sz="5000">
              <a:latin typeface="ADLaM Display" panose="02010000000000000000" pitchFamily="2" charset="0"/>
              <a:ea typeface="ADLaM Display" panose="02010000000000000000" pitchFamily="2" charset="0"/>
              <a:cs typeface="ADLaM Display" panose="02010000000000000000" pitchFamily="2" charset="0"/>
            </a:rPr>
            <a:t>Missing values</a:t>
          </a:r>
          <a:endParaRPr lang="en-US" sz="5000" dirty="0">
            <a:latin typeface="ADLaM Display" panose="02010000000000000000" pitchFamily="2" charset="0"/>
            <a:ea typeface="ADLaM Display" panose="02010000000000000000" pitchFamily="2" charset="0"/>
            <a:cs typeface="ADLaM Display" panose="02010000000000000000" pitchFamily="2" charset="0"/>
          </a:endParaRPr>
        </a:p>
      </dgm:t>
    </dgm:pt>
    <dgm:pt modelId="{107CA730-8493-4BEB-B109-235EDCA2FDE9}" type="parTrans" cxnId="{1C0F7E16-05F3-408D-B901-1574B39B075A}">
      <dgm:prSet/>
      <dgm:spPr/>
      <dgm:t>
        <a:bodyPr/>
        <a:lstStyle/>
        <a:p>
          <a:endParaRPr lang="en-US"/>
        </a:p>
      </dgm:t>
    </dgm:pt>
    <dgm:pt modelId="{0FADCA19-3899-4110-977B-E6970E79800E}" type="sibTrans" cxnId="{1C0F7E16-05F3-408D-B901-1574B39B075A}">
      <dgm:prSet/>
      <dgm:spPr/>
      <dgm:t>
        <a:bodyPr/>
        <a:lstStyle/>
        <a:p>
          <a:endParaRPr lang="en-US"/>
        </a:p>
      </dgm:t>
    </dgm:pt>
    <dgm:pt modelId="{44742419-E096-4A33-A9EE-FDF2A97ABA12}">
      <dgm:prSet phldrT="[Text]" phldr="0"/>
      <dgm:spPr/>
      <dgm:t>
        <a:bodyPr/>
        <a:lstStyle/>
        <a:p>
          <a:r>
            <a:rPr lang="en-US" dirty="0"/>
            <a:t>No missing values (nulls)</a:t>
          </a:r>
        </a:p>
      </dgm:t>
    </dgm:pt>
    <dgm:pt modelId="{20646CE4-1B65-47BD-B322-3884374AA716}" type="parTrans" cxnId="{6B43EBCE-6AA3-4A6E-91A4-C0823D837C02}">
      <dgm:prSet/>
      <dgm:spPr/>
      <dgm:t>
        <a:bodyPr/>
        <a:lstStyle/>
        <a:p>
          <a:endParaRPr lang="en-US"/>
        </a:p>
      </dgm:t>
    </dgm:pt>
    <dgm:pt modelId="{5AB3621F-69E7-401B-9283-C19F90E81C5D}" type="sibTrans" cxnId="{6B43EBCE-6AA3-4A6E-91A4-C0823D837C02}">
      <dgm:prSet/>
      <dgm:spPr/>
      <dgm:t>
        <a:bodyPr/>
        <a:lstStyle/>
        <a:p>
          <a:endParaRPr lang="en-US"/>
        </a:p>
      </dgm:t>
    </dgm:pt>
    <dgm:pt modelId="{080CACF3-3E93-42F7-B794-AB4DF8D74B6E}">
      <dgm:prSet phldrT="[Text]" phldr="0" custT="1"/>
      <dgm:spPr/>
      <dgm:t>
        <a:bodyPr/>
        <a:lstStyle/>
        <a:p>
          <a:r>
            <a:rPr lang="en-US" sz="5000">
              <a:latin typeface="ADLaM Display" panose="02010000000000000000" pitchFamily="2" charset="0"/>
              <a:ea typeface="ADLaM Display" panose="02010000000000000000" pitchFamily="2" charset="0"/>
              <a:cs typeface="ADLaM Display" panose="02010000000000000000" pitchFamily="2" charset="0"/>
            </a:rPr>
            <a:t>Outliers</a:t>
          </a:r>
          <a:endParaRPr lang="en-US" sz="5000" dirty="0">
            <a:latin typeface="ADLaM Display" panose="02010000000000000000" pitchFamily="2" charset="0"/>
            <a:ea typeface="ADLaM Display" panose="02010000000000000000" pitchFamily="2" charset="0"/>
            <a:cs typeface="ADLaM Display" panose="02010000000000000000" pitchFamily="2" charset="0"/>
          </a:endParaRPr>
        </a:p>
      </dgm:t>
    </dgm:pt>
    <dgm:pt modelId="{5ED09024-71DE-4126-9A18-5703AC3EE8D0}" type="parTrans" cxnId="{79DD13BC-C1B6-4B86-B7F4-F30B975F7167}">
      <dgm:prSet/>
      <dgm:spPr/>
      <dgm:t>
        <a:bodyPr/>
        <a:lstStyle/>
        <a:p>
          <a:endParaRPr lang="en-US"/>
        </a:p>
      </dgm:t>
    </dgm:pt>
    <dgm:pt modelId="{80CAA2CD-76B5-491F-80F7-1D9C712FBA2E}" type="sibTrans" cxnId="{79DD13BC-C1B6-4B86-B7F4-F30B975F7167}">
      <dgm:prSet/>
      <dgm:spPr/>
      <dgm:t>
        <a:bodyPr/>
        <a:lstStyle/>
        <a:p>
          <a:endParaRPr lang="en-US"/>
        </a:p>
      </dgm:t>
    </dgm:pt>
    <dgm:pt modelId="{8DD29F6D-744F-4F72-B316-A3BEF6024EBF}">
      <dgm:prSet phldrT="[Text]" phldr="0"/>
      <dgm:spPr/>
      <dgm:t>
        <a:bodyPr/>
        <a:lstStyle/>
        <a:p>
          <a:r>
            <a:rPr lang="en-US" dirty="0"/>
            <a:t>Price(target): 123 outliers</a:t>
          </a:r>
        </a:p>
      </dgm:t>
    </dgm:pt>
    <dgm:pt modelId="{041D71DA-FDD1-4C4C-AD57-B2D40ADD9025}" type="parTrans" cxnId="{9E7015F2-BC6C-4070-B921-16A9B832E439}">
      <dgm:prSet/>
      <dgm:spPr/>
      <dgm:t>
        <a:bodyPr/>
        <a:lstStyle/>
        <a:p>
          <a:endParaRPr lang="en-US"/>
        </a:p>
      </dgm:t>
    </dgm:pt>
    <dgm:pt modelId="{A5B18974-C4BA-444B-BB4A-36FA46EA48C8}" type="sibTrans" cxnId="{9E7015F2-BC6C-4070-B921-16A9B832E439}">
      <dgm:prSet/>
      <dgm:spPr/>
      <dgm:t>
        <a:bodyPr/>
        <a:lstStyle/>
        <a:p>
          <a:endParaRPr lang="en-US"/>
        </a:p>
      </dgm:t>
    </dgm:pt>
    <dgm:pt modelId="{2876D298-E423-4793-AD9B-DB0BD5422810}">
      <dgm:prSet phldrT="[Text]" phldr="0"/>
      <dgm:spPr/>
      <dgm:t>
        <a:bodyPr/>
        <a:lstStyle/>
        <a:p>
          <a:r>
            <a:rPr lang="en-US" dirty="0"/>
            <a:t>Duration: 2110</a:t>
          </a:r>
        </a:p>
      </dgm:t>
    </dgm:pt>
    <dgm:pt modelId="{5B99CADA-9843-4341-B0DB-568446550C4F}" type="parTrans" cxnId="{D9ACB314-A74F-4C5E-BA00-87BA107D72AB}">
      <dgm:prSet/>
      <dgm:spPr/>
      <dgm:t>
        <a:bodyPr/>
        <a:lstStyle/>
        <a:p>
          <a:endParaRPr lang="en-US"/>
        </a:p>
      </dgm:t>
    </dgm:pt>
    <dgm:pt modelId="{46FFCB55-FD05-4B1E-944C-5FCEA57AB61B}" type="sibTrans" cxnId="{D9ACB314-A74F-4C5E-BA00-87BA107D72AB}">
      <dgm:prSet/>
      <dgm:spPr/>
      <dgm:t>
        <a:bodyPr/>
        <a:lstStyle/>
        <a:p>
          <a:endParaRPr lang="en-US"/>
        </a:p>
      </dgm:t>
    </dgm:pt>
    <dgm:pt modelId="{2F15D155-3F67-46E4-9D25-2EBD411B2060}">
      <dgm:prSet phldrT="[Text]" phldr="0" custT="1"/>
      <dgm:spPr/>
      <dgm:t>
        <a:bodyPr/>
        <a:lstStyle/>
        <a:p>
          <a:r>
            <a:rPr lang="en-US" sz="5000">
              <a:latin typeface="ADLaM Display" panose="02010000000000000000" pitchFamily="2" charset="0"/>
              <a:ea typeface="ADLaM Display" panose="02010000000000000000" pitchFamily="2" charset="0"/>
              <a:cs typeface="ADLaM Display" panose="02010000000000000000" pitchFamily="2" charset="0"/>
            </a:rPr>
            <a:t>Class imbalance: </a:t>
          </a:r>
          <a:endParaRPr lang="en-US" sz="5000" dirty="0">
            <a:latin typeface="ADLaM Display" panose="02010000000000000000" pitchFamily="2" charset="0"/>
            <a:ea typeface="ADLaM Display" panose="02010000000000000000" pitchFamily="2" charset="0"/>
            <a:cs typeface="ADLaM Display" panose="02010000000000000000" pitchFamily="2" charset="0"/>
          </a:endParaRPr>
        </a:p>
      </dgm:t>
    </dgm:pt>
    <dgm:pt modelId="{DA4296B4-C218-48CC-898B-7E2EA84B5429}" type="parTrans" cxnId="{B827718C-CDA8-45F8-9FFE-2D21A04E54B2}">
      <dgm:prSet/>
      <dgm:spPr/>
      <dgm:t>
        <a:bodyPr/>
        <a:lstStyle/>
        <a:p>
          <a:endParaRPr lang="en-US"/>
        </a:p>
      </dgm:t>
    </dgm:pt>
    <dgm:pt modelId="{D5DB4CC1-80EB-4F50-993A-8F8C4B1BC858}" type="sibTrans" cxnId="{B827718C-CDA8-45F8-9FFE-2D21A04E54B2}">
      <dgm:prSet/>
      <dgm:spPr/>
      <dgm:t>
        <a:bodyPr/>
        <a:lstStyle/>
        <a:p>
          <a:endParaRPr lang="en-US"/>
        </a:p>
      </dgm:t>
    </dgm:pt>
    <dgm:pt modelId="{6755459F-7CB2-4C58-A393-1C19361F17EC}">
      <dgm:prSet phldrT="[Text]" phldr="0"/>
      <dgm:spPr/>
      <dgm:t>
        <a:bodyPr/>
        <a:lstStyle/>
        <a:p>
          <a:r>
            <a:rPr lang="en-US" dirty="0"/>
            <a:t>The target is regression </a:t>
          </a:r>
        </a:p>
      </dgm:t>
    </dgm:pt>
    <dgm:pt modelId="{271AB365-5815-4694-AA23-592D994A6364}" type="parTrans" cxnId="{7A8A3B3E-4B98-4340-9802-5F841BB7BF31}">
      <dgm:prSet/>
      <dgm:spPr/>
      <dgm:t>
        <a:bodyPr/>
        <a:lstStyle/>
        <a:p>
          <a:endParaRPr lang="en-US"/>
        </a:p>
      </dgm:t>
    </dgm:pt>
    <dgm:pt modelId="{F3EBCB81-A466-4F1C-9049-9ADF45C7882C}" type="sibTrans" cxnId="{7A8A3B3E-4B98-4340-9802-5F841BB7BF31}">
      <dgm:prSet/>
      <dgm:spPr/>
      <dgm:t>
        <a:bodyPr/>
        <a:lstStyle/>
        <a:p>
          <a:endParaRPr lang="en-US"/>
        </a:p>
      </dgm:t>
    </dgm:pt>
    <dgm:pt modelId="{4CFEC1F2-AB1A-47AF-898F-8699D72EFB2A}">
      <dgm:prSet phldrT="[Text]" phldr="0"/>
      <dgm:spPr/>
      <dgm:t>
        <a:bodyPr/>
        <a:lstStyle/>
        <a:p>
          <a:r>
            <a:rPr lang="en-US" dirty="0"/>
            <a:t>Class balancing is not something to study with regression.</a:t>
          </a:r>
        </a:p>
      </dgm:t>
    </dgm:pt>
    <dgm:pt modelId="{71E964AD-1057-41CD-8603-9FBE2DF77C59}" type="parTrans" cxnId="{CA7AA0A8-3425-4C1D-9BAB-F16699C522F3}">
      <dgm:prSet/>
      <dgm:spPr/>
      <dgm:t>
        <a:bodyPr/>
        <a:lstStyle/>
        <a:p>
          <a:endParaRPr lang="en-US"/>
        </a:p>
      </dgm:t>
    </dgm:pt>
    <dgm:pt modelId="{FD16F0C5-3670-4885-BD28-FEC463A24CFB}" type="sibTrans" cxnId="{CA7AA0A8-3425-4C1D-9BAB-F16699C522F3}">
      <dgm:prSet/>
      <dgm:spPr/>
      <dgm:t>
        <a:bodyPr/>
        <a:lstStyle/>
        <a:p>
          <a:endParaRPr lang="en-US"/>
        </a:p>
      </dgm:t>
    </dgm:pt>
    <dgm:pt modelId="{545FBDC6-A32E-4D92-B41E-445CAF55C597}">
      <dgm:prSet phldrT="[Text]" phldr="0"/>
      <dgm:spPr/>
      <dgm:t>
        <a:bodyPr/>
        <a:lstStyle/>
        <a:p>
          <a:r>
            <a:rPr lang="en-US" dirty="0" err="1"/>
            <a:t>Days_left</a:t>
          </a:r>
          <a:r>
            <a:rPr lang="en-US" dirty="0"/>
            <a:t>: No outliers</a:t>
          </a:r>
        </a:p>
      </dgm:t>
    </dgm:pt>
    <dgm:pt modelId="{13C75DDA-F2C4-4AE3-AF17-22573C17699C}" type="parTrans" cxnId="{72D5B4C0-9D64-4127-A8DD-D9676411FB93}">
      <dgm:prSet/>
      <dgm:spPr/>
      <dgm:t>
        <a:bodyPr/>
        <a:lstStyle/>
        <a:p>
          <a:endParaRPr lang="en-US"/>
        </a:p>
      </dgm:t>
    </dgm:pt>
    <dgm:pt modelId="{73E0002B-5EE2-4799-BC9C-13FB6AE1B60C}" type="sibTrans" cxnId="{72D5B4C0-9D64-4127-A8DD-D9676411FB93}">
      <dgm:prSet/>
      <dgm:spPr/>
      <dgm:t>
        <a:bodyPr/>
        <a:lstStyle/>
        <a:p>
          <a:endParaRPr lang="en-US"/>
        </a:p>
      </dgm:t>
    </dgm:pt>
    <dgm:pt modelId="{9A11CA9A-FBA1-4598-8ED0-1D7EC679D3D7}" type="pres">
      <dgm:prSet presAssocID="{F61B3702-B4F9-4A68-8540-D35653F1395D}" presName="linear" presStyleCnt="0">
        <dgm:presLayoutVars>
          <dgm:dir/>
          <dgm:animLvl val="lvl"/>
          <dgm:resizeHandles val="exact"/>
        </dgm:presLayoutVars>
      </dgm:prSet>
      <dgm:spPr/>
    </dgm:pt>
    <dgm:pt modelId="{D5453947-50A1-49AB-AD83-1F8C61660E6E}" type="pres">
      <dgm:prSet presAssocID="{65161EF7-3538-4BE9-AF68-83EF746B2CDE}" presName="parentLin" presStyleCnt="0"/>
      <dgm:spPr/>
    </dgm:pt>
    <dgm:pt modelId="{AB9EC66C-8DFB-4A7B-A614-CFD5380110BA}" type="pres">
      <dgm:prSet presAssocID="{65161EF7-3538-4BE9-AF68-83EF746B2CDE}" presName="parentLeftMargin" presStyleLbl="node1" presStyleIdx="0" presStyleCnt="3"/>
      <dgm:spPr/>
    </dgm:pt>
    <dgm:pt modelId="{248F82F6-89F3-4C30-A49A-65936B2AC230}" type="pres">
      <dgm:prSet presAssocID="{65161EF7-3538-4BE9-AF68-83EF746B2CDE}" presName="parentText" presStyleLbl="node1" presStyleIdx="0" presStyleCnt="3">
        <dgm:presLayoutVars>
          <dgm:chMax val="0"/>
          <dgm:bulletEnabled val="1"/>
        </dgm:presLayoutVars>
      </dgm:prSet>
      <dgm:spPr/>
    </dgm:pt>
    <dgm:pt modelId="{9CA2BEBD-4937-4F34-A981-8AAE29D04148}" type="pres">
      <dgm:prSet presAssocID="{65161EF7-3538-4BE9-AF68-83EF746B2CDE}" presName="negativeSpace" presStyleCnt="0"/>
      <dgm:spPr/>
    </dgm:pt>
    <dgm:pt modelId="{6702803A-0C21-49F4-9122-9706B7B37324}" type="pres">
      <dgm:prSet presAssocID="{65161EF7-3538-4BE9-AF68-83EF746B2CDE}" presName="childText" presStyleLbl="conFgAcc1" presStyleIdx="0" presStyleCnt="3">
        <dgm:presLayoutVars>
          <dgm:bulletEnabled val="1"/>
        </dgm:presLayoutVars>
      </dgm:prSet>
      <dgm:spPr/>
    </dgm:pt>
    <dgm:pt modelId="{71CFBEE6-9EAC-4B7F-A64D-224112EE6ACE}" type="pres">
      <dgm:prSet presAssocID="{0FADCA19-3899-4110-977B-E6970E79800E}" presName="spaceBetweenRectangles" presStyleCnt="0"/>
      <dgm:spPr/>
    </dgm:pt>
    <dgm:pt modelId="{7304EF26-5E45-47E2-9979-5D6DCF8BA21E}" type="pres">
      <dgm:prSet presAssocID="{080CACF3-3E93-42F7-B794-AB4DF8D74B6E}" presName="parentLin" presStyleCnt="0"/>
      <dgm:spPr/>
    </dgm:pt>
    <dgm:pt modelId="{21DFFC36-4AAE-451D-8E90-3C0CFAB5AD7B}" type="pres">
      <dgm:prSet presAssocID="{080CACF3-3E93-42F7-B794-AB4DF8D74B6E}" presName="parentLeftMargin" presStyleLbl="node1" presStyleIdx="0" presStyleCnt="3"/>
      <dgm:spPr/>
    </dgm:pt>
    <dgm:pt modelId="{DD9E6E91-A8DB-4234-8B6D-83962CAC36C6}" type="pres">
      <dgm:prSet presAssocID="{080CACF3-3E93-42F7-B794-AB4DF8D74B6E}" presName="parentText" presStyleLbl="node1" presStyleIdx="1" presStyleCnt="3">
        <dgm:presLayoutVars>
          <dgm:chMax val="0"/>
          <dgm:bulletEnabled val="1"/>
        </dgm:presLayoutVars>
      </dgm:prSet>
      <dgm:spPr/>
    </dgm:pt>
    <dgm:pt modelId="{3E47A9DA-F3EF-4680-9A12-8B54CD451864}" type="pres">
      <dgm:prSet presAssocID="{080CACF3-3E93-42F7-B794-AB4DF8D74B6E}" presName="negativeSpace" presStyleCnt="0"/>
      <dgm:spPr/>
    </dgm:pt>
    <dgm:pt modelId="{55DC90D3-3693-4E0E-BEF7-24E70FC532C7}" type="pres">
      <dgm:prSet presAssocID="{080CACF3-3E93-42F7-B794-AB4DF8D74B6E}" presName="childText" presStyleLbl="conFgAcc1" presStyleIdx="1" presStyleCnt="3">
        <dgm:presLayoutVars>
          <dgm:bulletEnabled val="1"/>
        </dgm:presLayoutVars>
      </dgm:prSet>
      <dgm:spPr/>
    </dgm:pt>
    <dgm:pt modelId="{23A91D96-D622-4E3C-9EC2-624B9CE8C840}" type="pres">
      <dgm:prSet presAssocID="{80CAA2CD-76B5-491F-80F7-1D9C712FBA2E}" presName="spaceBetweenRectangles" presStyleCnt="0"/>
      <dgm:spPr/>
    </dgm:pt>
    <dgm:pt modelId="{C0351B5B-A33E-4534-8FD7-2EC320A202ED}" type="pres">
      <dgm:prSet presAssocID="{2F15D155-3F67-46E4-9D25-2EBD411B2060}" presName="parentLin" presStyleCnt="0"/>
      <dgm:spPr/>
    </dgm:pt>
    <dgm:pt modelId="{86AFEEA6-4E7E-4260-BA06-DEC1C46E8FA4}" type="pres">
      <dgm:prSet presAssocID="{2F15D155-3F67-46E4-9D25-2EBD411B2060}" presName="parentLeftMargin" presStyleLbl="node1" presStyleIdx="1" presStyleCnt="3"/>
      <dgm:spPr/>
    </dgm:pt>
    <dgm:pt modelId="{FD456759-9CA2-4BE3-BF38-0E34CDFCD142}" type="pres">
      <dgm:prSet presAssocID="{2F15D155-3F67-46E4-9D25-2EBD411B2060}" presName="parentText" presStyleLbl="node1" presStyleIdx="2" presStyleCnt="3">
        <dgm:presLayoutVars>
          <dgm:chMax val="0"/>
          <dgm:bulletEnabled val="1"/>
        </dgm:presLayoutVars>
      </dgm:prSet>
      <dgm:spPr/>
    </dgm:pt>
    <dgm:pt modelId="{CB55A13B-FE1B-4A1C-B020-9A8C90A0ACC2}" type="pres">
      <dgm:prSet presAssocID="{2F15D155-3F67-46E4-9D25-2EBD411B2060}" presName="negativeSpace" presStyleCnt="0"/>
      <dgm:spPr/>
    </dgm:pt>
    <dgm:pt modelId="{6117AC0A-7FE3-4ABB-BF88-B2D2DE543E8B}" type="pres">
      <dgm:prSet presAssocID="{2F15D155-3F67-46E4-9D25-2EBD411B2060}" presName="childText" presStyleLbl="conFgAcc1" presStyleIdx="2" presStyleCnt="3">
        <dgm:presLayoutVars>
          <dgm:bulletEnabled val="1"/>
        </dgm:presLayoutVars>
      </dgm:prSet>
      <dgm:spPr/>
    </dgm:pt>
  </dgm:ptLst>
  <dgm:cxnLst>
    <dgm:cxn modelId="{A67B4500-D1EE-4E84-B603-8EA846950271}" type="presOf" srcId="{8DD29F6D-744F-4F72-B316-A3BEF6024EBF}" destId="{55DC90D3-3693-4E0E-BEF7-24E70FC532C7}" srcOrd="0" destOrd="0" presId="urn:microsoft.com/office/officeart/2005/8/layout/list1"/>
    <dgm:cxn modelId="{D9ACB314-A74F-4C5E-BA00-87BA107D72AB}" srcId="{080CACF3-3E93-42F7-B794-AB4DF8D74B6E}" destId="{2876D298-E423-4793-AD9B-DB0BD5422810}" srcOrd="1" destOrd="0" parTransId="{5B99CADA-9843-4341-B0DB-568446550C4F}" sibTransId="{46FFCB55-FD05-4B1E-944C-5FCEA57AB61B}"/>
    <dgm:cxn modelId="{1C0F7E16-05F3-408D-B901-1574B39B075A}" srcId="{F61B3702-B4F9-4A68-8540-D35653F1395D}" destId="{65161EF7-3538-4BE9-AF68-83EF746B2CDE}" srcOrd="0" destOrd="0" parTransId="{107CA730-8493-4BEB-B109-235EDCA2FDE9}" sibTransId="{0FADCA19-3899-4110-977B-E6970E79800E}"/>
    <dgm:cxn modelId="{CCF1A83D-B458-43E8-BAC5-635CA76078A8}" type="presOf" srcId="{65161EF7-3538-4BE9-AF68-83EF746B2CDE}" destId="{248F82F6-89F3-4C30-A49A-65936B2AC230}" srcOrd="1" destOrd="0" presId="urn:microsoft.com/office/officeart/2005/8/layout/list1"/>
    <dgm:cxn modelId="{7A8A3B3E-4B98-4340-9802-5F841BB7BF31}" srcId="{2F15D155-3F67-46E4-9D25-2EBD411B2060}" destId="{6755459F-7CB2-4C58-A393-1C19361F17EC}" srcOrd="0" destOrd="0" parTransId="{271AB365-5815-4694-AA23-592D994A6364}" sibTransId="{F3EBCB81-A466-4F1C-9049-9ADF45C7882C}"/>
    <dgm:cxn modelId="{962F0F5B-6269-4027-A022-F350A9AF9CDF}" type="presOf" srcId="{545FBDC6-A32E-4D92-B41E-445CAF55C597}" destId="{55DC90D3-3693-4E0E-BEF7-24E70FC532C7}" srcOrd="0" destOrd="2" presId="urn:microsoft.com/office/officeart/2005/8/layout/list1"/>
    <dgm:cxn modelId="{DB345E55-25F1-4CFF-9365-6E9C572C28B8}" type="presOf" srcId="{4CFEC1F2-AB1A-47AF-898F-8699D72EFB2A}" destId="{6117AC0A-7FE3-4ABB-BF88-B2D2DE543E8B}" srcOrd="0" destOrd="1" presId="urn:microsoft.com/office/officeart/2005/8/layout/list1"/>
    <dgm:cxn modelId="{D3E00857-FA03-4262-A1EA-B5990592C6CF}" type="presOf" srcId="{2F15D155-3F67-46E4-9D25-2EBD411B2060}" destId="{FD456759-9CA2-4BE3-BF38-0E34CDFCD142}" srcOrd="1" destOrd="0" presId="urn:microsoft.com/office/officeart/2005/8/layout/list1"/>
    <dgm:cxn modelId="{B581FD78-CF0F-43E2-96DE-4D136AACD16A}" type="presOf" srcId="{080CACF3-3E93-42F7-B794-AB4DF8D74B6E}" destId="{DD9E6E91-A8DB-4234-8B6D-83962CAC36C6}" srcOrd="1" destOrd="0" presId="urn:microsoft.com/office/officeart/2005/8/layout/list1"/>
    <dgm:cxn modelId="{A4B7AA84-F4E6-41AF-A1BC-6EADB5784E80}" type="presOf" srcId="{2F15D155-3F67-46E4-9D25-2EBD411B2060}" destId="{86AFEEA6-4E7E-4260-BA06-DEC1C46E8FA4}" srcOrd="0" destOrd="0" presId="urn:microsoft.com/office/officeart/2005/8/layout/list1"/>
    <dgm:cxn modelId="{B827718C-CDA8-45F8-9FFE-2D21A04E54B2}" srcId="{F61B3702-B4F9-4A68-8540-D35653F1395D}" destId="{2F15D155-3F67-46E4-9D25-2EBD411B2060}" srcOrd="2" destOrd="0" parTransId="{DA4296B4-C218-48CC-898B-7E2EA84B5429}" sibTransId="{D5DB4CC1-80EB-4F50-993A-8F8C4B1BC858}"/>
    <dgm:cxn modelId="{DB0F6596-325C-4351-827A-8A3E695B2846}" type="presOf" srcId="{6755459F-7CB2-4C58-A393-1C19361F17EC}" destId="{6117AC0A-7FE3-4ABB-BF88-B2D2DE543E8B}" srcOrd="0" destOrd="0" presId="urn:microsoft.com/office/officeart/2005/8/layout/list1"/>
    <dgm:cxn modelId="{AEEC659B-9F38-4DCE-B2B4-A17B68E454DE}" type="presOf" srcId="{2876D298-E423-4793-AD9B-DB0BD5422810}" destId="{55DC90D3-3693-4E0E-BEF7-24E70FC532C7}" srcOrd="0" destOrd="1" presId="urn:microsoft.com/office/officeart/2005/8/layout/list1"/>
    <dgm:cxn modelId="{C0E14BA5-F3FF-4454-A49A-92A98857F002}" type="presOf" srcId="{F61B3702-B4F9-4A68-8540-D35653F1395D}" destId="{9A11CA9A-FBA1-4598-8ED0-1D7EC679D3D7}" srcOrd="0" destOrd="0" presId="urn:microsoft.com/office/officeart/2005/8/layout/list1"/>
    <dgm:cxn modelId="{CA7AA0A8-3425-4C1D-9BAB-F16699C522F3}" srcId="{2F15D155-3F67-46E4-9D25-2EBD411B2060}" destId="{4CFEC1F2-AB1A-47AF-898F-8699D72EFB2A}" srcOrd="1" destOrd="0" parTransId="{71E964AD-1057-41CD-8603-9FBE2DF77C59}" sibTransId="{FD16F0C5-3670-4885-BD28-FEC463A24CFB}"/>
    <dgm:cxn modelId="{79DD13BC-C1B6-4B86-B7F4-F30B975F7167}" srcId="{F61B3702-B4F9-4A68-8540-D35653F1395D}" destId="{080CACF3-3E93-42F7-B794-AB4DF8D74B6E}" srcOrd="1" destOrd="0" parTransId="{5ED09024-71DE-4126-9A18-5703AC3EE8D0}" sibTransId="{80CAA2CD-76B5-491F-80F7-1D9C712FBA2E}"/>
    <dgm:cxn modelId="{72D5B4C0-9D64-4127-A8DD-D9676411FB93}" srcId="{080CACF3-3E93-42F7-B794-AB4DF8D74B6E}" destId="{545FBDC6-A32E-4D92-B41E-445CAF55C597}" srcOrd="2" destOrd="0" parTransId="{13C75DDA-F2C4-4AE3-AF17-22573C17699C}" sibTransId="{73E0002B-5EE2-4799-BC9C-13FB6AE1B60C}"/>
    <dgm:cxn modelId="{C17FF6C9-D3C5-4552-9F63-FE4061042F28}" type="presOf" srcId="{44742419-E096-4A33-A9EE-FDF2A97ABA12}" destId="{6702803A-0C21-49F4-9122-9706B7B37324}" srcOrd="0" destOrd="0" presId="urn:microsoft.com/office/officeart/2005/8/layout/list1"/>
    <dgm:cxn modelId="{6B43EBCE-6AA3-4A6E-91A4-C0823D837C02}" srcId="{65161EF7-3538-4BE9-AF68-83EF746B2CDE}" destId="{44742419-E096-4A33-A9EE-FDF2A97ABA12}" srcOrd="0" destOrd="0" parTransId="{20646CE4-1B65-47BD-B322-3884374AA716}" sibTransId="{5AB3621F-69E7-401B-9283-C19F90E81C5D}"/>
    <dgm:cxn modelId="{D99C90D5-9DDB-4403-AC41-3E36A1814657}" type="presOf" srcId="{080CACF3-3E93-42F7-B794-AB4DF8D74B6E}" destId="{21DFFC36-4AAE-451D-8E90-3C0CFAB5AD7B}" srcOrd="0" destOrd="0" presId="urn:microsoft.com/office/officeart/2005/8/layout/list1"/>
    <dgm:cxn modelId="{28D312E0-650A-46BB-A03D-6B75BA55CF0D}" type="presOf" srcId="{65161EF7-3538-4BE9-AF68-83EF746B2CDE}" destId="{AB9EC66C-8DFB-4A7B-A614-CFD5380110BA}" srcOrd="0" destOrd="0" presId="urn:microsoft.com/office/officeart/2005/8/layout/list1"/>
    <dgm:cxn modelId="{9E7015F2-BC6C-4070-B921-16A9B832E439}" srcId="{080CACF3-3E93-42F7-B794-AB4DF8D74B6E}" destId="{8DD29F6D-744F-4F72-B316-A3BEF6024EBF}" srcOrd="0" destOrd="0" parTransId="{041D71DA-FDD1-4C4C-AD57-B2D40ADD9025}" sibTransId="{A5B18974-C4BA-444B-BB4A-36FA46EA48C8}"/>
    <dgm:cxn modelId="{7946CB6D-E68A-4B25-8E2B-743F58C9918E}" type="presParOf" srcId="{9A11CA9A-FBA1-4598-8ED0-1D7EC679D3D7}" destId="{D5453947-50A1-49AB-AD83-1F8C61660E6E}" srcOrd="0" destOrd="0" presId="urn:microsoft.com/office/officeart/2005/8/layout/list1"/>
    <dgm:cxn modelId="{7732DA81-BCEB-476D-A92B-0C250055E98C}" type="presParOf" srcId="{D5453947-50A1-49AB-AD83-1F8C61660E6E}" destId="{AB9EC66C-8DFB-4A7B-A614-CFD5380110BA}" srcOrd="0" destOrd="0" presId="urn:microsoft.com/office/officeart/2005/8/layout/list1"/>
    <dgm:cxn modelId="{9B3726AE-81AD-450B-A99E-F0D5930F2F1F}" type="presParOf" srcId="{D5453947-50A1-49AB-AD83-1F8C61660E6E}" destId="{248F82F6-89F3-4C30-A49A-65936B2AC230}" srcOrd="1" destOrd="0" presId="urn:microsoft.com/office/officeart/2005/8/layout/list1"/>
    <dgm:cxn modelId="{56203F3D-3ACD-463B-9634-8BD06ECF3424}" type="presParOf" srcId="{9A11CA9A-FBA1-4598-8ED0-1D7EC679D3D7}" destId="{9CA2BEBD-4937-4F34-A981-8AAE29D04148}" srcOrd="1" destOrd="0" presId="urn:microsoft.com/office/officeart/2005/8/layout/list1"/>
    <dgm:cxn modelId="{9EA967DF-C11A-491C-852F-7331C802053E}" type="presParOf" srcId="{9A11CA9A-FBA1-4598-8ED0-1D7EC679D3D7}" destId="{6702803A-0C21-49F4-9122-9706B7B37324}" srcOrd="2" destOrd="0" presId="urn:microsoft.com/office/officeart/2005/8/layout/list1"/>
    <dgm:cxn modelId="{7C839F87-5A73-488B-9996-E0D15752372F}" type="presParOf" srcId="{9A11CA9A-FBA1-4598-8ED0-1D7EC679D3D7}" destId="{71CFBEE6-9EAC-4B7F-A64D-224112EE6ACE}" srcOrd="3" destOrd="0" presId="urn:microsoft.com/office/officeart/2005/8/layout/list1"/>
    <dgm:cxn modelId="{FFEE6195-C9FF-450F-9F39-9B73B0C9D5A4}" type="presParOf" srcId="{9A11CA9A-FBA1-4598-8ED0-1D7EC679D3D7}" destId="{7304EF26-5E45-47E2-9979-5D6DCF8BA21E}" srcOrd="4" destOrd="0" presId="urn:microsoft.com/office/officeart/2005/8/layout/list1"/>
    <dgm:cxn modelId="{D470E233-BE4C-4057-A2E1-16E9C8D1D7C5}" type="presParOf" srcId="{7304EF26-5E45-47E2-9979-5D6DCF8BA21E}" destId="{21DFFC36-4AAE-451D-8E90-3C0CFAB5AD7B}" srcOrd="0" destOrd="0" presId="urn:microsoft.com/office/officeart/2005/8/layout/list1"/>
    <dgm:cxn modelId="{DFD502AD-B1DC-4732-9C62-E0C6BAB70912}" type="presParOf" srcId="{7304EF26-5E45-47E2-9979-5D6DCF8BA21E}" destId="{DD9E6E91-A8DB-4234-8B6D-83962CAC36C6}" srcOrd="1" destOrd="0" presId="urn:microsoft.com/office/officeart/2005/8/layout/list1"/>
    <dgm:cxn modelId="{6F740F2A-B630-4764-BD1F-BB173B9341ED}" type="presParOf" srcId="{9A11CA9A-FBA1-4598-8ED0-1D7EC679D3D7}" destId="{3E47A9DA-F3EF-4680-9A12-8B54CD451864}" srcOrd="5" destOrd="0" presId="urn:microsoft.com/office/officeart/2005/8/layout/list1"/>
    <dgm:cxn modelId="{404B0E25-055F-4226-844B-2951A5AAB4AC}" type="presParOf" srcId="{9A11CA9A-FBA1-4598-8ED0-1D7EC679D3D7}" destId="{55DC90D3-3693-4E0E-BEF7-24E70FC532C7}" srcOrd="6" destOrd="0" presId="urn:microsoft.com/office/officeart/2005/8/layout/list1"/>
    <dgm:cxn modelId="{F32402A4-4675-4A6E-AC46-D769243C69C4}" type="presParOf" srcId="{9A11CA9A-FBA1-4598-8ED0-1D7EC679D3D7}" destId="{23A91D96-D622-4E3C-9EC2-624B9CE8C840}" srcOrd="7" destOrd="0" presId="urn:microsoft.com/office/officeart/2005/8/layout/list1"/>
    <dgm:cxn modelId="{8947B678-997C-4F40-A522-A3B3B8EF634E}" type="presParOf" srcId="{9A11CA9A-FBA1-4598-8ED0-1D7EC679D3D7}" destId="{C0351B5B-A33E-4534-8FD7-2EC320A202ED}" srcOrd="8" destOrd="0" presId="urn:microsoft.com/office/officeart/2005/8/layout/list1"/>
    <dgm:cxn modelId="{71E06EB6-7407-4445-8EAB-0669ACBD5514}" type="presParOf" srcId="{C0351B5B-A33E-4534-8FD7-2EC320A202ED}" destId="{86AFEEA6-4E7E-4260-BA06-DEC1C46E8FA4}" srcOrd="0" destOrd="0" presId="urn:microsoft.com/office/officeart/2005/8/layout/list1"/>
    <dgm:cxn modelId="{F8EE9E27-1C1B-44CE-990D-59CD4E8DF650}" type="presParOf" srcId="{C0351B5B-A33E-4534-8FD7-2EC320A202ED}" destId="{FD456759-9CA2-4BE3-BF38-0E34CDFCD142}" srcOrd="1" destOrd="0" presId="urn:microsoft.com/office/officeart/2005/8/layout/list1"/>
    <dgm:cxn modelId="{41111458-C598-4FFC-A973-55E5569F09AC}" type="presParOf" srcId="{9A11CA9A-FBA1-4598-8ED0-1D7EC679D3D7}" destId="{CB55A13B-FE1B-4A1C-B020-9A8C90A0ACC2}" srcOrd="9" destOrd="0" presId="urn:microsoft.com/office/officeart/2005/8/layout/list1"/>
    <dgm:cxn modelId="{839A76AD-9F2B-4F62-91C3-5BCD9FA4E1E6}" type="presParOf" srcId="{9A11CA9A-FBA1-4598-8ED0-1D7EC679D3D7}" destId="{6117AC0A-7FE3-4ABB-BF88-B2D2DE543E8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83E07D-24A5-41F9-9AB3-AFA91CD0A686}" type="doc">
      <dgm:prSet loTypeId="urn:microsoft.com/office/officeart/2008/layout/HorizontalMultiLevelHierarchy" loCatId="hierarchy" qsTypeId="urn:microsoft.com/office/officeart/2005/8/quickstyle/simple3" qsCatId="simple" csTypeId="urn:microsoft.com/office/officeart/2005/8/colors/accent1_1" csCatId="accent1" phldr="1"/>
      <dgm:spPr/>
      <dgm:t>
        <a:bodyPr/>
        <a:lstStyle/>
        <a:p>
          <a:endParaRPr lang="en-US"/>
        </a:p>
      </dgm:t>
    </dgm:pt>
    <dgm:pt modelId="{F552AAE1-83C5-4E51-9BB0-1B552EDEAE07}">
      <dgm:prSet phldrT="[Text]"/>
      <dgm:spPr/>
      <dgm:t>
        <a:bodyPr/>
        <a:lstStyle/>
        <a:p>
          <a:r>
            <a:rPr lang="en-US" b="0" cap="none" spc="0" dirty="0">
              <a:ln w="0"/>
              <a:effectLst>
                <a:outerShdw blurRad="38100" dist="25400" dir="5400000" algn="ctr" rotWithShape="0">
                  <a:srgbClr val="6E747A">
                    <a:alpha val="43000"/>
                  </a:srgbClr>
                </a:outerShdw>
              </a:effectLst>
            </a:rPr>
            <a:t>Categorical features (8)</a:t>
          </a:r>
          <a:endParaRPr lang="en-US" dirty="0"/>
        </a:p>
      </dgm:t>
    </dgm:pt>
    <dgm:pt modelId="{6BA495DF-FB47-42D1-A45E-5237285F1D1D}" type="parTrans" cxnId="{1D274FA0-D4A5-433D-B7AD-114A197E38E1}">
      <dgm:prSet/>
      <dgm:spPr/>
      <dgm:t>
        <a:bodyPr/>
        <a:lstStyle/>
        <a:p>
          <a:endParaRPr lang="en-US"/>
        </a:p>
      </dgm:t>
    </dgm:pt>
    <dgm:pt modelId="{D3709D2C-11D7-4FC2-AD7F-A802E0F1459C}" type="sibTrans" cxnId="{1D274FA0-D4A5-433D-B7AD-114A197E38E1}">
      <dgm:prSet/>
      <dgm:spPr/>
      <dgm:t>
        <a:bodyPr/>
        <a:lstStyle/>
        <a:p>
          <a:endParaRPr lang="en-US"/>
        </a:p>
      </dgm:t>
    </dgm:pt>
    <dgm:pt modelId="{D1332A05-3C0D-4232-AAF6-9E7CED6A7603}">
      <dgm:prSet phldrT="[Text]"/>
      <dgm:spPr>
        <a:solidFill>
          <a:srgbClr val="FF0000"/>
        </a:solidFill>
      </dgm:spPr>
      <dgm:t>
        <a:bodyPr/>
        <a:lstStyle/>
        <a:p>
          <a:r>
            <a:rPr lang="en-US" b="1" dirty="0"/>
            <a:t>Airline</a:t>
          </a:r>
          <a:endParaRPr lang="en-US" dirty="0"/>
        </a:p>
      </dgm:t>
    </dgm:pt>
    <dgm:pt modelId="{792AB237-581C-4637-9833-092FD9D7975B}" type="parTrans" cxnId="{C5482EC6-E2A0-4CB1-B336-E3376DFBDBFD}">
      <dgm:prSet/>
      <dgm:spPr/>
      <dgm:t>
        <a:bodyPr/>
        <a:lstStyle/>
        <a:p>
          <a:endParaRPr lang="en-US"/>
        </a:p>
      </dgm:t>
    </dgm:pt>
    <dgm:pt modelId="{D39ECEEA-72E2-4B2D-9334-EC06D67C26B9}" type="sibTrans" cxnId="{C5482EC6-E2A0-4CB1-B336-E3376DFBDBFD}">
      <dgm:prSet/>
      <dgm:spPr/>
      <dgm:t>
        <a:bodyPr/>
        <a:lstStyle/>
        <a:p>
          <a:endParaRPr lang="en-US"/>
        </a:p>
      </dgm:t>
    </dgm:pt>
    <dgm:pt modelId="{775D2F72-D607-4FA3-A303-22EBDC943706}">
      <dgm:prSet phldrT="[Text]"/>
      <dgm:spPr/>
      <dgm:t>
        <a:bodyPr/>
        <a:lstStyle/>
        <a:p>
          <a:r>
            <a:rPr lang="en-US" b="1" dirty="0"/>
            <a:t>flight</a:t>
          </a:r>
          <a:endParaRPr lang="en-US" dirty="0"/>
        </a:p>
      </dgm:t>
    </dgm:pt>
    <dgm:pt modelId="{D61CF97E-8F99-4D8C-BC1A-31B4B2C9BE47}" type="parTrans" cxnId="{ED06B837-6BA1-45E2-AC7D-78880102E418}">
      <dgm:prSet/>
      <dgm:spPr/>
      <dgm:t>
        <a:bodyPr/>
        <a:lstStyle/>
        <a:p>
          <a:endParaRPr lang="en-US"/>
        </a:p>
      </dgm:t>
    </dgm:pt>
    <dgm:pt modelId="{7F09A5AD-20BD-4ED3-BB0C-D9DAAD5BEAA9}" type="sibTrans" cxnId="{ED06B837-6BA1-45E2-AC7D-78880102E418}">
      <dgm:prSet/>
      <dgm:spPr/>
      <dgm:t>
        <a:bodyPr/>
        <a:lstStyle/>
        <a:p>
          <a:endParaRPr lang="en-US"/>
        </a:p>
      </dgm:t>
    </dgm:pt>
    <dgm:pt modelId="{D4F507AB-4CB6-40B9-BC61-97554F820196}">
      <dgm:prSet phldrT="[Text]"/>
      <dgm:spPr/>
      <dgm:t>
        <a:bodyPr/>
        <a:lstStyle/>
        <a:p>
          <a:r>
            <a:rPr lang="en-US" b="1" dirty="0" err="1"/>
            <a:t>source_city</a:t>
          </a:r>
          <a:r>
            <a:rPr lang="en-US" b="1" dirty="0"/>
            <a:t> </a:t>
          </a:r>
          <a:endParaRPr lang="en-US" dirty="0"/>
        </a:p>
      </dgm:t>
    </dgm:pt>
    <dgm:pt modelId="{2A3F9080-DAB4-4AA6-8D94-9DDD6310FAAD}" type="parTrans" cxnId="{24AD82EE-99F0-4667-9724-FFCA581B854F}">
      <dgm:prSet/>
      <dgm:spPr/>
      <dgm:t>
        <a:bodyPr/>
        <a:lstStyle/>
        <a:p>
          <a:endParaRPr lang="en-US"/>
        </a:p>
      </dgm:t>
    </dgm:pt>
    <dgm:pt modelId="{8260E77C-EFEE-485B-8A1E-9A33B63E663E}" type="sibTrans" cxnId="{24AD82EE-99F0-4667-9724-FFCA581B854F}">
      <dgm:prSet/>
      <dgm:spPr/>
      <dgm:t>
        <a:bodyPr/>
        <a:lstStyle/>
        <a:p>
          <a:endParaRPr lang="en-US"/>
        </a:p>
      </dgm:t>
    </dgm:pt>
    <dgm:pt modelId="{C3147A2A-A8AA-4F19-B0A9-0EA8C9C4D200}">
      <dgm:prSet phldrT="[Text]"/>
      <dgm:spPr/>
      <dgm:t>
        <a:bodyPr/>
        <a:lstStyle/>
        <a:p>
          <a:r>
            <a:rPr lang="en-US" b="1" dirty="0" err="1"/>
            <a:t>destination_city</a:t>
          </a:r>
          <a:endParaRPr lang="en-US" dirty="0"/>
        </a:p>
      </dgm:t>
    </dgm:pt>
    <dgm:pt modelId="{A0A0D89B-88E0-47F3-B277-887DC4B85EDF}" type="parTrans" cxnId="{0A99C4DB-8085-470A-8582-40D8B62FBFEE}">
      <dgm:prSet/>
      <dgm:spPr/>
      <dgm:t>
        <a:bodyPr/>
        <a:lstStyle/>
        <a:p>
          <a:endParaRPr lang="en-US"/>
        </a:p>
      </dgm:t>
    </dgm:pt>
    <dgm:pt modelId="{ACC2EC56-6DDC-4017-8CDE-FF20A4567326}" type="sibTrans" cxnId="{0A99C4DB-8085-470A-8582-40D8B62FBFEE}">
      <dgm:prSet/>
      <dgm:spPr/>
      <dgm:t>
        <a:bodyPr/>
        <a:lstStyle/>
        <a:p>
          <a:endParaRPr lang="en-US"/>
        </a:p>
      </dgm:t>
    </dgm:pt>
    <dgm:pt modelId="{E313B621-1DC7-4FA2-8A7E-718F881A8706}">
      <dgm:prSet phldrT="[Text]"/>
      <dgm:spPr/>
      <dgm:t>
        <a:bodyPr/>
        <a:lstStyle/>
        <a:p>
          <a:r>
            <a:rPr lang="en-US" b="1" dirty="0" err="1"/>
            <a:t>departure_time</a:t>
          </a:r>
          <a:endParaRPr lang="en-US" dirty="0"/>
        </a:p>
      </dgm:t>
    </dgm:pt>
    <dgm:pt modelId="{5F1A91E0-2978-423D-9FAC-EC8A729126A3}" type="parTrans" cxnId="{516372BB-5EA6-4917-B662-FE2A84A253A4}">
      <dgm:prSet/>
      <dgm:spPr/>
      <dgm:t>
        <a:bodyPr/>
        <a:lstStyle/>
        <a:p>
          <a:endParaRPr lang="en-US"/>
        </a:p>
      </dgm:t>
    </dgm:pt>
    <dgm:pt modelId="{3E79A4F6-D824-4BBD-BEE9-960DD4C9B4F7}" type="sibTrans" cxnId="{516372BB-5EA6-4917-B662-FE2A84A253A4}">
      <dgm:prSet/>
      <dgm:spPr/>
      <dgm:t>
        <a:bodyPr/>
        <a:lstStyle/>
        <a:p>
          <a:endParaRPr lang="en-US"/>
        </a:p>
      </dgm:t>
    </dgm:pt>
    <dgm:pt modelId="{37103942-0313-43E9-91BF-ECA6D776B644}">
      <dgm:prSet phldrT="[Text]"/>
      <dgm:spPr/>
      <dgm:t>
        <a:bodyPr/>
        <a:lstStyle/>
        <a:p>
          <a:r>
            <a:rPr lang="en-US" b="1" dirty="0" err="1"/>
            <a:t>arrival_time</a:t>
          </a:r>
          <a:endParaRPr lang="en-US" dirty="0"/>
        </a:p>
      </dgm:t>
    </dgm:pt>
    <dgm:pt modelId="{41F72A56-2F50-4D01-911D-42856834B36E}" type="parTrans" cxnId="{839FF746-FD90-4ED8-B5EF-E37785D280C2}">
      <dgm:prSet/>
      <dgm:spPr/>
      <dgm:t>
        <a:bodyPr/>
        <a:lstStyle/>
        <a:p>
          <a:endParaRPr lang="en-US"/>
        </a:p>
      </dgm:t>
    </dgm:pt>
    <dgm:pt modelId="{9807EFAE-F826-4D38-855E-8343A04E823E}" type="sibTrans" cxnId="{839FF746-FD90-4ED8-B5EF-E37785D280C2}">
      <dgm:prSet/>
      <dgm:spPr/>
      <dgm:t>
        <a:bodyPr/>
        <a:lstStyle/>
        <a:p>
          <a:endParaRPr lang="en-US"/>
        </a:p>
      </dgm:t>
    </dgm:pt>
    <dgm:pt modelId="{4D30941D-4D29-4055-B189-F506C1F2B9C8}">
      <dgm:prSet phldrT="[Text]"/>
      <dgm:spPr/>
      <dgm:t>
        <a:bodyPr/>
        <a:lstStyle/>
        <a:p>
          <a:r>
            <a:rPr lang="en-US" b="1" dirty="0"/>
            <a:t>Stops</a:t>
          </a:r>
          <a:endParaRPr lang="en-US" dirty="0"/>
        </a:p>
      </dgm:t>
    </dgm:pt>
    <dgm:pt modelId="{538F880F-D028-4AF1-870C-0CC4916A6657}" type="parTrans" cxnId="{4A9A3900-35FB-4B1F-913A-F87B753D62F3}">
      <dgm:prSet/>
      <dgm:spPr/>
      <dgm:t>
        <a:bodyPr/>
        <a:lstStyle/>
        <a:p>
          <a:endParaRPr lang="en-US"/>
        </a:p>
      </dgm:t>
    </dgm:pt>
    <dgm:pt modelId="{CDE029AF-A2B2-43FF-B17C-C2A704630DE9}" type="sibTrans" cxnId="{4A9A3900-35FB-4B1F-913A-F87B753D62F3}">
      <dgm:prSet/>
      <dgm:spPr/>
      <dgm:t>
        <a:bodyPr/>
        <a:lstStyle/>
        <a:p>
          <a:endParaRPr lang="en-US"/>
        </a:p>
      </dgm:t>
    </dgm:pt>
    <dgm:pt modelId="{71D3EB88-943D-41B3-A19B-062C2D4553C8}">
      <dgm:prSet phldrT="[Text]"/>
      <dgm:spPr/>
      <dgm:t>
        <a:bodyPr/>
        <a:lstStyle/>
        <a:p>
          <a:r>
            <a:rPr lang="en-US" b="1" dirty="0"/>
            <a:t>Class</a:t>
          </a:r>
        </a:p>
      </dgm:t>
    </dgm:pt>
    <dgm:pt modelId="{18A0173B-D438-409B-9835-E55F7A5F4EED}" type="parTrans" cxnId="{B13C6F42-C461-49D1-A543-A90F1C8A919C}">
      <dgm:prSet/>
      <dgm:spPr/>
      <dgm:t>
        <a:bodyPr/>
        <a:lstStyle/>
        <a:p>
          <a:endParaRPr lang="en-US"/>
        </a:p>
      </dgm:t>
    </dgm:pt>
    <dgm:pt modelId="{39691838-8B01-469C-8FF8-F1DC73758556}" type="sibTrans" cxnId="{B13C6F42-C461-49D1-A543-A90F1C8A919C}">
      <dgm:prSet/>
      <dgm:spPr/>
      <dgm:t>
        <a:bodyPr/>
        <a:lstStyle/>
        <a:p>
          <a:endParaRPr lang="en-US"/>
        </a:p>
      </dgm:t>
    </dgm:pt>
    <dgm:pt modelId="{84C7D720-43F9-49DF-8350-6486DBC9FB62}" type="pres">
      <dgm:prSet presAssocID="{1883E07D-24A5-41F9-9AB3-AFA91CD0A686}" presName="Name0" presStyleCnt="0">
        <dgm:presLayoutVars>
          <dgm:chPref val="1"/>
          <dgm:dir/>
          <dgm:animOne val="branch"/>
          <dgm:animLvl val="lvl"/>
          <dgm:resizeHandles val="exact"/>
        </dgm:presLayoutVars>
      </dgm:prSet>
      <dgm:spPr/>
    </dgm:pt>
    <dgm:pt modelId="{06A4568F-984A-40B2-B9B0-7A5F3068112B}" type="pres">
      <dgm:prSet presAssocID="{F552AAE1-83C5-4E51-9BB0-1B552EDEAE07}" presName="root1" presStyleCnt="0"/>
      <dgm:spPr/>
    </dgm:pt>
    <dgm:pt modelId="{B4A34378-CFA4-473F-AFA9-F8FD104D27B5}" type="pres">
      <dgm:prSet presAssocID="{F552AAE1-83C5-4E51-9BB0-1B552EDEAE07}" presName="LevelOneTextNode" presStyleLbl="node0" presStyleIdx="0" presStyleCnt="1">
        <dgm:presLayoutVars>
          <dgm:chPref val="3"/>
        </dgm:presLayoutVars>
      </dgm:prSet>
      <dgm:spPr/>
    </dgm:pt>
    <dgm:pt modelId="{4536B6E4-3A3C-49CD-967D-085BAD9EB483}" type="pres">
      <dgm:prSet presAssocID="{F552AAE1-83C5-4E51-9BB0-1B552EDEAE07}" presName="level2hierChild" presStyleCnt="0"/>
      <dgm:spPr/>
    </dgm:pt>
    <dgm:pt modelId="{022D3A00-6737-432F-A9A5-03BCBC1B6962}" type="pres">
      <dgm:prSet presAssocID="{792AB237-581C-4637-9833-092FD9D7975B}" presName="conn2-1" presStyleLbl="parChTrans1D2" presStyleIdx="0" presStyleCnt="8"/>
      <dgm:spPr/>
    </dgm:pt>
    <dgm:pt modelId="{A8A61C69-5151-41EE-B0FD-A287400CF9A3}" type="pres">
      <dgm:prSet presAssocID="{792AB237-581C-4637-9833-092FD9D7975B}" presName="connTx" presStyleLbl="parChTrans1D2" presStyleIdx="0" presStyleCnt="8"/>
      <dgm:spPr/>
    </dgm:pt>
    <dgm:pt modelId="{9EED1350-F4A6-4622-89CA-31D03DF84953}" type="pres">
      <dgm:prSet presAssocID="{D1332A05-3C0D-4232-AAF6-9E7CED6A7603}" presName="root2" presStyleCnt="0"/>
      <dgm:spPr/>
    </dgm:pt>
    <dgm:pt modelId="{285C8F01-5ABA-4AF3-B57F-AC4B79797264}" type="pres">
      <dgm:prSet presAssocID="{D1332A05-3C0D-4232-AAF6-9E7CED6A7603}" presName="LevelTwoTextNode" presStyleLbl="node2" presStyleIdx="0" presStyleCnt="8">
        <dgm:presLayoutVars>
          <dgm:chPref val="3"/>
        </dgm:presLayoutVars>
      </dgm:prSet>
      <dgm:spPr/>
    </dgm:pt>
    <dgm:pt modelId="{B17EC954-57F8-4D19-A9BC-58CD9E9A87FF}" type="pres">
      <dgm:prSet presAssocID="{D1332A05-3C0D-4232-AAF6-9E7CED6A7603}" presName="level3hierChild" presStyleCnt="0"/>
      <dgm:spPr/>
    </dgm:pt>
    <dgm:pt modelId="{43E26209-9D9B-49E6-9043-E96D011F5BC4}" type="pres">
      <dgm:prSet presAssocID="{D61CF97E-8F99-4D8C-BC1A-31B4B2C9BE47}" presName="conn2-1" presStyleLbl="parChTrans1D2" presStyleIdx="1" presStyleCnt="8"/>
      <dgm:spPr/>
    </dgm:pt>
    <dgm:pt modelId="{4BFFF2EC-A6F2-44FC-A542-640938887DE5}" type="pres">
      <dgm:prSet presAssocID="{D61CF97E-8F99-4D8C-BC1A-31B4B2C9BE47}" presName="connTx" presStyleLbl="parChTrans1D2" presStyleIdx="1" presStyleCnt="8"/>
      <dgm:spPr/>
    </dgm:pt>
    <dgm:pt modelId="{248249D4-DA2F-4BD6-BBB5-8C8AE665AC4D}" type="pres">
      <dgm:prSet presAssocID="{775D2F72-D607-4FA3-A303-22EBDC943706}" presName="root2" presStyleCnt="0"/>
      <dgm:spPr/>
    </dgm:pt>
    <dgm:pt modelId="{434CB685-55BE-472B-9397-EE3F2787F4E6}" type="pres">
      <dgm:prSet presAssocID="{775D2F72-D607-4FA3-A303-22EBDC943706}" presName="LevelTwoTextNode" presStyleLbl="node2" presStyleIdx="1" presStyleCnt="8">
        <dgm:presLayoutVars>
          <dgm:chPref val="3"/>
        </dgm:presLayoutVars>
      </dgm:prSet>
      <dgm:spPr/>
    </dgm:pt>
    <dgm:pt modelId="{024E888A-7EED-4E40-B62D-0DCF13F4F47E}" type="pres">
      <dgm:prSet presAssocID="{775D2F72-D607-4FA3-A303-22EBDC943706}" presName="level3hierChild" presStyleCnt="0"/>
      <dgm:spPr/>
    </dgm:pt>
    <dgm:pt modelId="{8DDC72BE-D680-40F6-970D-31D33752333A}" type="pres">
      <dgm:prSet presAssocID="{2A3F9080-DAB4-4AA6-8D94-9DDD6310FAAD}" presName="conn2-1" presStyleLbl="parChTrans1D2" presStyleIdx="2" presStyleCnt="8"/>
      <dgm:spPr/>
    </dgm:pt>
    <dgm:pt modelId="{E3F41672-BA67-41A3-8316-A92633FBA6A4}" type="pres">
      <dgm:prSet presAssocID="{2A3F9080-DAB4-4AA6-8D94-9DDD6310FAAD}" presName="connTx" presStyleLbl="parChTrans1D2" presStyleIdx="2" presStyleCnt="8"/>
      <dgm:spPr/>
    </dgm:pt>
    <dgm:pt modelId="{2CEC02B4-0B4D-4C7B-9959-D4B79A74D3F9}" type="pres">
      <dgm:prSet presAssocID="{D4F507AB-4CB6-40B9-BC61-97554F820196}" presName="root2" presStyleCnt="0"/>
      <dgm:spPr/>
    </dgm:pt>
    <dgm:pt modelId="{F6B353CC-0147-4B9C-A4ED-04D68DEF2FF1}" type="pres">
      <dgm:prSet presAssocID="{D4F507AB-4CB6-40B9-BC61-97554F820196}" presName="LevelTwoTextNode" presStyleLbl="node2" presStyleIdx="2" presStyleCnt="8">
        <dgm:presLayoutVars>
          <dgm:chPref val="3"/>
        </dgm:presLayoutVars>
      </dgm:prSet>
      <dgm:spPr/>
    </dgm:pt>
    <dgm:pt modelId="{F247BA93-B472-40D8-A7EB-F28F655E17E3}" type="pres">
      <dgm:prSet presAssocID="{D4F507AB-4CB6-40B9-BC61-97554F820196}" presName="level3hierChild" presStyleCnt="0"/>
      <dgm:spPr/>
    </dgm:pt>
    <dgm:pt modelId="{87DB8B3B-E050-41EC-A6D4-FA04F335B24D}" type="pres">
      <dgm:prSet presAssocID="{A0A0D89B-88E0-47F3-B277-887DC4B85EDF}" presName="conn2-1" presStyleLbl="parChTrans1D2" presStyleIdx="3" presStyleCnt="8"/>
      <dgm:spPr/>
    </dgm:pt>
    <dgm:pt modelId="{B2E00F67-2DF4-44E2-B978-8DFF9FA4F26B}" type="pres">
      <dgm:prSet presAssocID="{A0A0D89B-88E0-47F3-B277-887DC4B85EDF}" presName="connTx" presStyleLbl="parChTrans1D2" presStyleIdx="3" presStyleCnt="8"/>
      <dgm:spPr/>
    </dgm:pt>
    <dgm:pt modelId="{645A30EF-BF86-4DC5-90D1-5B94CBA55DBA}" type="pres">
      <dgm:prSet presAssocID="{C3147A2A-A8AA-4F19-B0A9-0EA8C9C4D200}" presName="root2" presStyleCnt="0"/>
      <dgm:spPr/>
    </dgm:pt>
    <dgm:pt modelId="{1669DEFC-4E44-41DC-A814-A15F048DF08D}" type="pres">
      <dgm:prSet presAssocID="{C3147A2A-A8AA-4F19-B0A9-0EA8C9C4D200}" presName="LevelTwoTextNode" presStyleLbl="node2" presStyleIdx="3" presStyleCnt="8">
        <dgm:presLayoutVars>
          <dgm:chPref val="3"/>
        </dgm:presLayoutVars>
      </dgm:prSet>
      <dgm:spPr/>
    </dgm:pt>
    <dgm:pt modelId="{3E8C990E-F58E-44C7-BDEC-182797436AF7}" type="pres">
      <dgm:prSet presAssocID="{C3147A2A-A8AA-4F19-B0A9-0EA8C9C4D200}" presName="level3hierChild" presStyleCnt="0"/>
      <dgm:spPr/>
    </dgm:pt>
    <dgm:pt modelId="{9F0C8CB3-0F5A-4E5B-BC84-AFD81FA427C3}" type="pres">
      <dgm:prSet presAssocID="{5F1A91E0-2978-423D-9FAC-EC8A729126A3}" presName="conn2-1" presStyleLbl="parChTrans1D2" presStyleIdx="4" presStyleCnt="8"/>
      <dgm:spPr/>
    </dgm:pt>
    <dgm:pt modelId="{6C4D2713-A9CE-4E9B-B8DB-31556F43DA77}" type="pres">
      <dgm:prSet presAssocID="{5F1A91E0-2978-423D-9FAC-EC8A729126A3}" presName="connTx" presStyleLbl="parChTrans1D2" presStyleIdx="4" presStyleCnt="8"/>
      <dgm:spPr/>
    </dgm:pt>
    <dgm:pt modelId="{D980D596-3ED0-4088-8A15-020C0E5A7EED}" type="pres">
      <dgm:prSet presAssocID="{E313B621-1DC7-4FA2-8A7E-718F881A8706}" presName="root2" presStyleCnt="0"/>
      <dgm:spPr/>
    </dgm:pt>
    <dgm:pt modelId="{660606D2-9C24-4EC5-8264-F940308A80A3}" type="pres">
      <dgm:prSet presAssocID="{E313B621-1DC7-4FA2-8A7E-718F881A8706}" presName="LevelTwoTextNode" presStyleLbl="node2" presStyleIdx="4" presStyleCnt="8">
        <dgm:presLayoutVars>
          <dgm:chPref val="3"/>
        </dgm:presLayoutVars>
      </dgm:prSet>
      <dgm:spPr/>
    </dgm:pt>
    <dgm:pt modelId="{FB82582E-4C07-4716-A8DE-42C43F5340BE}" type="pres">
      <dgm:prSet presAssocID="{E313B621-1DC7-4FA2-8A7E-718F881A8706}" presName="level3hierChild" presStyleCnt="0"/>
      <dgm:spPr/>
    </dgm:pt>
    <dgm:pt modelId="{EA538161-5EF1-4133-8C18-9F6A998D0298}" type="pres">
      <dgm:prSet presAssocID="{41F72A56-2F50-4D01-911D-42856834B36E}" presName="conn2-1" presStyleLbl="parChTrans1D2" presStyleIdx="5" presStyleCnt="8"/>
      <dgm:spPr/>
    </dgm:pt>
    <dgm:pt modelId="{21212DEB-B73C-4461-AE88-7F457F9B7492}" type="pres">
      <dgm:prSet presAssocID="{41F72A56-2F50-4D01-911D-42856834B36E}" presName="connTx" presStyleLbl="parChTrans1D2" presStyleIdx="5" presStyleCnt="8"/>
      <dgm:spPr/>
    </dgm:pt>
    <dgm:pt modelId="{7E5C9147-58B6-418D-9B11-E5588DCCB5D2}" type="pres">
      <dgm:prSet presAssocID="{37103942-0313-43E9-91BF-ECA6D776B644}" presName="root2" presStyleCnt="0"/>
      <dgm:spPr/>
    </dgm:pt>
    <dgm:pt modelId="{2008DF2D-15C2-4974-B4DB-6AE335D8A980}" type="pres">
      <dgm:prSet presAssocID="{37103942-0313-43E9-91BF-ECA6D776B644}" presName="LevelTwoTextNode" presStyleLbl="node2" presStyleIdx="5" presStyleCnt="8">
        <dgm:presLayoutVars>
          <dgm:chPref val="3"/>
        </dgm:presLayoutVars>
      </dgm:prSet>
      <dgm:spPr/>
    </dgm:pt>
    <dgm:pt modelId="{392C6E62-D407-4D3D-B16D-57C254890942}" type="pres">
      <dgm:prSet presAssocID="{37103942-0313-43E9-91BF-ECA6D776B644}" presName="level3hierChild" presStyleCnt="0"/>
      <dgm:spPr/>
    </dgm:pt>
    <dgm:pt modelId="{BBDB92D3-FB5C-4C7E-AA6B-474C7F937AF7}" type="pres">
      <dgm:prSet presAssocID="{538F880F-D028-4AF1-870C-0CC4916A6657}" presName="conn2-1" presStyleLbl="parChTrans1D2" presStyleIdx="6" presStyleCnt="8"/>
      <dgm:spPr/>
    </dgm:pt>
    <dgm:pt modelId="{B6A331BF-F356-431B-87C6-550E74D52EC7}" type="pres">
      <dgm:prSet presAssocID="{538F880F-D028-4AF1-870C-0CC4916A6657}" presName="connTx" presStyleLbl="parChTrans1D2" presStyleIdx="6" presStyleCnt="8"/>
      <dgm:spPr/>
    </dgm:pt>
    <dgm:pt modelId="{DF936B79-065A-4D0C-B408-5F482C002406}" type="pres">
      <dgm:prSet presAssocID="{4D30941D-4D29-4055-B189-F506C1F2B9C8}" presName="root2" presStyleCnt="0"/>
      <dgm:spPr/>
    </dgm:pt>
    <dgm:pt modelId="{78B47BFC-E921-42E5-89B3-6B6AC47B609D}" type="pres">
      <dgm:prSet presAssocID="{4D30941D-4D29-4055-B189-F506C1F2B9C8}" presName="LevelTwoTextNode" presStyleLbl="node2" presStyleIdx="6" presStyleCnt="8">
        <dgm:presLayoutVars>
          <dgm:chPref val="3"/>
        </dgm:presLayoutVars>
      </dgm:prSet>
      <dgm:spPr/>
    </dgm:pt>
    <dgm:pt modelId="{C35B9C66-0941-4B8B-90D6-48BF0202E8F2}" type="pres">
      <dgm:prSet presAssocID="{4D30941D-4D29-4055-B189-F506C1F2B9C8}" presName="level3hierChild" presStyleCnt="0"/>
      <dgm:spPr/>
    </dgm:pt>
    <dgm:pt modelId="{C7C59C17-43DC-407E-BE9A-FA52D4E7B100}" type="pres">
      <dgm:prSet presAssocID="{18A0173B-D438-409B-9835-E55F7A5F4EED}" presName="conn2-1" presStyleLbl="parChTrans1D2" presStyleIdx="7" presStyleCnt="8"/>
      <dgm:spPr/>
    </dgm:pt>
    <dgm:pt modelId="{E9199B8D-BCBD-4F8C-8A49-70C13376C52B}" type="pres">
      <dgm:prSet presAssocID="{18A0173B-D438-409B-9835-E55F7A5F4EED}" presName="connTx" presStyleLbl="parChTrans1D2" presStyleIdx="7" presStyleCnt="8"/>
      <dgm:spPr/>
    </dgm:pt>
    <dgm:pt modelId="{DC1A4666-0AB9-4563-8034-21498D565859}" type="pres">
      <dgm:prSet presAssocID="{71D3EB88-943D-41B3-A19B-062C2D4553C8}" presName="root2" presStyleCnt="0"/>
      <dgm:spPr/>
    </dgm:pt>
    <dgm:pt modelId="{7E9B94F5-342C-4C58-9646-01436C1F81E4}" type="pres">
      <dgm:prSet presAssocID="{71D3EB88-943D-41B3-A19B-062C2D4553C8}" presName="LevelTwoTextNode" presStyleLbl="node2" presStyleIdx="7" presStyleCnt="8">
        <dgm:presLayoutVars>
          <dgm:chPref val="3"/>
        </dgm:presLayoutVars>
      </dgm:prSet>
      <dgm:spPr/>
    </dgm:pt>
    <dgm:pt modelId="{5F9982B2-4ADE-47F5-BAEE-CE620783E7E6}" type="pres">
      <dgm:prSet presAssocID="{71D3EB88-943D-41B3-A19B-062C2D4553C8}" presName="level3hierChild" presStyleCnt="0"/>
      <dgm:spPr/>
    </dgm:pt>
  </dgm:ptLst>
  <dgm:cxnLst>
    <dgm:cxn modelId="{4A9A3900-35FB-4B1F-913A-F87B753D62F3}" srcId="{F552AAE1-83C5-4E51-9BB0-1B552EDEAE07}" destId="{4D30941D-4D29-4055-B189-F506C1F2B9C8}" srcOrd="6" destOrd="0" parTransId="{538F880F-D028-4AF1-870C-0CC4916A6657}" sibTransId="{CDE029AF-A2B2-43FF-B17C-C2A704630DE9}"/>
    <dgm:cxn modelId="{B96E4D02-C294-4F3E-ABF5-84C5A9E48005}" type="presOf" srcId="{D4F507AB-4CB6-40B9-BC61-97554F820196}" destId="{F6B353CC-0147-4B9C-A4ED-04D68DEF2FF1}" srcOrd="0" destOrd="0" presId="urn:microsoft.com/office/officeart/2008/layout/HorizontalMultiLevelHierarchy"/>
    <dgm:cxn modelId="{4B30D206-A8AC-4A89-B109-BAD199DD2A54}" type="presOf" srcId="{1883E07D-24A5-41F9-9AB3-AFA91CD0A686}" destId="{84C7D720-43F9-49DF-8350-6486DBC9FB62}" srcOrd="0" destOrd="0" presId="urn:microsoft.com/office/officeart/2008/layout/HorizontalMultiLevelHierarchy"/>
    <dgm:cxn modelId="{B854710F-43DD-484F-AA68-9058B87DEA08}" type="presOf" srcId="{538F880F-D028-4AF1-870C-0CC4916A6657}" destId="{BBDB92D3-FB5C-4C7E-AA6B-474C7F937AF7}" srcOrd="0" destOrd="0" presId="urn:microsoft.com/office/officeart/2008/layout/HorizontalMultiLevelHierarchy"/>
    <dgm:cxn modelId="{0E2AAA0F-7BC1-4123-9D22-448066FA222B}" type="presOf" srcId="{D61CF97E-8F99-4D8C-BC1A-31B4B2C9BE47}" destId="{43E26209-9D9B-49E6-9043-E96D011F5BC4}" srcOrd="0" destOrd="0" presId="urn:microsoft.com/office/officeart/2008/layout/HorizontalMultiLevelHierarchy"/>
    <dgm:cxn modelId="{A3556911-9294-4CC7-8671-69399B173132}" type="presOf" srcId="{792AB237-581C-4637-9833-092FD9D7975B}" destId="{022D3A00-6737-432F-A9A5-03BCBC1B6962}" srcOrd="0" destOrd="0" presId="urn:microsoft.com/office/officeart/2008/layout/HorizontalMultiLevelHierarchy"/>
    <dgm:cxn modelId="{D6E75731-3255-4897-BFE9-C956D1812C53}" type="presOf" srcId="{D61CF97E-8F99-4D8C-BC1A-31B4B2C9BE47}" destId="{4BFFF2EC-A6F2-44FC-A542-640938887DE5}" srcOrd="1" destOrd="0" presId="urn:microsoft.com/office/officeart/2008/layout/HorizontalMultiLevelHierarchy"/>
    <dgm:cxn modelId="{A3AB3F35-CD03-4CC3-A447-3C9A5E8E5C06}" type="presOf" srcId="{37103942-0313-43E9-91BF-ECA6D776B644}" destId="{2008DF2D-15C2-4974-B4DB-6AE335D8A980}" srcOrd="0" destOrd="0" presId="urn:microsoft.com/office/officeart/2008/layout/HorizontalMultiLevelHierarchy"/>
    <dgm:cxn modelId="{ED06B837-6BA1-45E2-AC7D-78880102E418}" srcId="{F552AAE1-83C5-4E51-9BB0-1B552EDEAE07}" destId="{775D2F72-D607-4FA3-A303-22EBDC943706}" srcOrd="1" destOrd="0" parTransId="{D61CF97E-8F99-4D8C-BC1A-31B4B2C9BE47}" sibTransId="{7F09A5AD-20BD-4ED3-BB0C-D9DAAD5BEAA9}"/>
    <dgm:cxn modelId="{F964F83D-F8DB-412B-BA28-26C76AB6FC11}" type="presOf" srcId="{18A0173B-D438-409B-9835-E55F7A5F4EED}" destId="{E9199B8D-BCBD-4F8C-8A49-70C13376C52B}" srcOrd="1" destOrd="0" presId="urn:microsoft.com/office/officeart/2008/layout/HorizontalMultiLevelHierarchy"/>
    <dgm:cxn modelId="{DFA6D961-9774-4561-9576-4A06E8DBCCEC}" type="presOf" srcId="{2A3F9080-DAB4-4AA6-8D94-9DDD6310FAAD}" destId="{8DDC72BE-D680-40F6-970D-31D33752333A}" srcOrd="0" destOrd="0" presId="urn:microsoft.com/office/officeart/2008/layout/HorizontalMultiLevelHierarchy"/>
    <dgm:cxn modelId="{B13C6F42-C461-49D1-A543-A90F1C8A919C}" srcId="{F552AAE1-83C5-4E51-9BB0-1B552EDEAE07}" destId="{71D3EB88-943D-41B3-A19B-062C2D4553C8}" srcOrd="7" destOrd="0" parTransId="{18A0173B-D438-409B-9835-E55F7A5F4EED}" sibTransId="{39691838-8B01-469C-8FF8-F1DC73758556}"/>
    <dgm:cxn modelId="{EE1F5944-30E0-48CD-B871-A10D442DC6C8}" type="presOf" srcId="{A0A0D89B-88E0-47F3-B277-887DC4B85EDF}" destId="{87DB8B3B-E050-41EC-A6D4-FA04F335B24D}" srcOrd="0" destOrd="0" presId="urn:microsoft.com/office/officeart/2008/layout/HorizontalMultiLevelHierarchy"/>
    <dgm:cxn modelId="{640B4366-0653-420A-8B83-95623B38E8F2}" type="presOf" srcId="{538F880F-D028-4AF1-870C-0CC4916A6657}" destId="{B6A331BF-F356-431B-87C6-550E74D52EC7}" srcOrd="1" destOrd="0" presId="urn:microsoft.com/office/officeart/2008/layout/HorizontalMultiLevelHierarchy"/>
    <dgm:cxn modelId="{839FF746-FD90-4ED8-B5EF-E37785D280C2}" srcId="{F552AAE1-83C5-4E51-9BB0-1B552EDEAE07}" destId="{37103942-0313-43E9-91BF-ECA6D776B644}" srcOrd="5" destOrd="0" parTransId="{41F72A56-2F50-4D01-911D-42856834B36E}" sibTransId="{9807EFAE-F826-4D38-855E-8343A04E823E}"/>
    <dgm:cxn modelId="{1B208453-1267-4698-ABC6-B519040294C1}" type="presOf" srcId="{2A3F9080-DAB4-4AA6-8D94-9DDD6310FAAD}" destId="{E3F41672-BA67-41A3-8316-A92633FBA6A4}" srcOrd="1" destOrd="0" presId="urn:microsoft.com/office/officeart/2008/layout/HorizontalMultiLevelHierarchy"/>
    <dgm:cxn modelId="{0129755A-4AF8-438A-BDCB-672DB0DD76B3}" type="presOf" srcId="{71D3EB88-943D-41B3-A19B-062C2D4553C8}" destId="{7E9B94F5-342C-4C58-9646-01436C1F81E4}" srcOrd="0" destOrd="0" presId="urn:microsoft.com/office/officeart/2008/layout/HorizontalMultiLevelHierarchy"/>
    <dgm:cxn modelId="{3E8C127C-7893-4A99-8CAC-31D0B11C5EA4}" type="presOf" srcId="{F552AAE1-83C5-4E51-9BB0-1B552EDEAE07}" destId="{B4A34378-CFA4-473F-AFA9-F8FD104D27B5}" srcOrd="0" destOrd="0" presId="urn:microsoft.com/office/officeart/2008/layout/HorizontalMultiLevelHierarchy"/>
    <dgm:cxn modelId="{4D372F7F-657C-44C5-A3E3-3A8D5E0D67BD}" type="presOf" srcId="{41F72A56-2F50-4D01-911D-42856834B36E}" destId="{21212DEB-B73C-4461-AE88-7F457F9B7492}" srcOrd="1" destOrd="0" presId="urn:microsoft.com/office/officeart/2008/layout/HorizontalMultiLevelHierarchy"/>
    <dgm:cxn modelId="{3F6D088D-345A-4264-967D-30893967DCEF}" type="presOf" srcId="{5F1A91E0-2978-423D-9FAC-EC8A729126A3}" destId="{9F0C8CB3-0F5A-4E5B-BC84-AFD81FA427C3}" srcOrd="0" destOrd="0" presId="urn:microsoft.com/office/officeart/2008/layout/HorizontalMultiLevelHierarchy"/>
    <dgm:cxn modelId="{9636568F-9C3B-48F9-B548-2E6732F67F91}" type="presOf" srcId="{A0A0D89B-88E0-47F3-B277-887DC4B85EDF}" destId="{B2E00F67-2DF4-44E2-B978-8DFF9FA4F26B}" srcOrd="1" destOrd="0" presId="urn:microsoft.com/office/officeart/2008/layout/HorizontalMultiLevelHierarchy"/>
    <dgm:cxn modelId="{1D274FA0-D4A5-433D-B7AD-114A197E38E1}" srcId="{1883E07D-24A5-41F9-9AB3-AFA91CD0A686}" destId="{F552AAE1-83C5-4E51-9BB0-1B552EDEAE07}" srcOrd="0" destOrd="0" parTransId="{6BA495DF-FB47-42D1-A45E-5237285F1D1D}" sibTransId="{D3709D2C-11D7-4FC2-AD7F-A802E0F1459C}"/>
    <dgm:cxn modelId="{11C79BA4-63E4-4040-B02A-D14C1AA482C4}" type="presOf" srcId="{4D30941D-4D29-4055-B189-F506C1F2B9C8}" destId="{78B47BFC-E921-42E5-89B3-6B6AC47B609D}" srcOrd="0" destOrd="0" presId="urn:microsoft.com/office/officeart/2008/layout/HorizontalMultiLevelHierarchy"/>
    <dgm:cxn modelId="{D57380AF-FEBD-4CFF-B3FF-8AB4C46E1BC1}" type="presOf" srcId="{C3147A2A-A8AA-4F19-B0A9-0EA8C9C4D200}" destId="{1669DEFC-4E44-41DC-A814-A15F048DF08D}" srcOrd="0" destOrd="0" presId="urn:microsoft.com/office/officeart/2008/layout/HorizontalMultiLevelHierarchy"/>
    <dgm:cxn modelId="{BC6460B9-A67E-4E8B-8BDF-0B13045D1BEB}" type="presOf" srcId="{5F1A91E0-2978-423D-9FAC-EC8A729126A3}" destId="{6C4D2713-A9CE-4E9B-B8DB-31556F43DA77}" srcOrd="1" destOrd="0" presId="urn:microsoft.com/office/officeart/2008/layout/HorizontalMultiLevelHierarchy"/>
    <dgm:cxn modelId="{516372BB-5EA6-4917-B662-FE2A84A253A4}" srcId="{F552AAE1-83C5-4E51-9BB0-1B552EDEAE07}" destId="{E313B621-1DC7-4FA2-8A7E-718F881A8706}" srcOrd="4" destOrd="0" parTransId="{5F1A91E0-2978-423D-9FAC-EC8A729126A3}" sibTransId="{3E79A4F6-D824-4BBD-BEE9-960DD4C9B4F7}"/>
    <dgm:cxn modelId="{6751CEBC-722E-46F6-8AA0-839FE67DCCAE}" type="presOf" srcId="{18A0173B-D438-409B-9835-E55F7A5F4EED}" destId="{C7C59C17-43DC-407E-BE9A-FA52D4E7B100}" srcOrd="0" destOrd="0" presId="urn:microsoft.com/office/officeart/2008/layout/HorizontalMultiLevelHierarchy"/>
    <dgm:cxn modelId="{C5482EC6-E2A0-4CB1-B336-E3376DFBDBFD}" srcId="{F552AAE1-83C5-4E51-9BB0-1B552EDEAE07}" destId="{D1332A05-3C0D-4232-AAF6-9E7CED6A7603}" srcOrd="0" destOrd="0" parTransId="{792AB237-581C-4637-9833-092FD9D7975B}" sibTransId="{D39ECEEA-72E2-4B2D-9334-EC06D67C26B9}"/>
    <dgm:cxn modelId="{0292EFC6-627D-40D5-B317-26CD09878765}" type="presOf" srcId="{41F72A56-2F50-4D01-911D-42856834B36E}" destId="{EA538161-5EF1-4133-8C18-9F6A998D0298}" srcOrd="0" destOrd="0" presId="urn:microsoft.com/office/officeart/2008/layout/HorizontalMultiLevelHierarchy"/>
    <dgm:cxn modelId="{385DEACC-FAEE-4300-A0F7-788729D4C2F8}" type="presOf" srcId="{792AB237-581C-4637-9833-092FD9D7975B}" destId="{A8A61C69-5151-41EE-B0FD-A287400CF9A3}" srcOrd="1" destOrd="0" presId="urn:microsoft.com/office/officeart/2008/layout/HorizontalMultiLevelHierarchy"/>
    <dgm:cxn modelId="{58AB9CD3-CCEE-488B-A750-07C75B86B98C}" type="presOf" srcId="{775D2F72-D607-4FA3-A303-22EBDC943706}" destId="{434CB685-55BE-472B-9397-EE3F2787F4E6}" srcOrd="0" destOrd="0" presId="urn:microsoft.com/office/officeart/2008/layout/HorizontalMultiLevelHierarchy"/>
    <dgm:cxn modelId="{0A99C4DB-8085-470A-8582-40D8B62FBFEE}" srcId="{F552AAE1-83C5-4E51-9BB0-1B552EDEAE07}" destId="{C3147A2A-A8AA-4F19-B0A9-0EA8C9C4D200}" srcOrd="3" destOrd="0" parTransId="{A0A0D89B-88E0-47F3-B277-887DC4B85EDF}" sibTransId="{ACC2EC56-6DDC-4017-8CDE-FF20A4567326}"/>
    <dgm:cxn modelId="{A9D3AADF-5071-4342-981E-EC818A8DCB00}" type="presOf" srcId="{E313B621-1DC7-4FA2-8A7E-718F881A8706}" destId="{660606D2-9C24-4EC5-8264-F940308A80A3}" srcOrd="0" destOrd="0" presId="urn:microsoft.com/office/officeart/2008/layout/HorizontalMultiLevelHierarchy"/>
    <dgm:cxn modelId="{24AD82EE-99F0-4667-9724-FFCA581B854F}" srcId="{F552AAE1-83C5-4E51-9BB0-1B552EDEAE07}" destId="{D4F507AB-4CB6-40B9-BC61-97554F820196}" srcOrd="2" destOrd="0" parTransId="{2A3F9080-DAB4-4AA6-8D94-9DDD6310FAAD}" sibTransId="{8260E77C-EFEE-485B-8A1E-9A33B63E663E}"/>
    <dgm:cxn modelId="{E879E2EF-A80E-4D75-AEB6-210DE3735387}" type="presOf" srcId="{D1332A05-3C0D-4232-AAF6-9E7CED6A7603}" destId="{285C8F01-5ABA-4AF3-B57F-AC4B79797264}" srcOrd="0" destOrd="0" presId="urn:microsoft.com/office/officeart/2008/layout/HorizontalMultiLevelHierarchy"/>
    <dgm:cxn modelId="{9CD349C2-17FA-455B-A0AE-76209231664A}" type="presParOf" srcId="{84C7D720-43F9-49DF-8350-6486DBC9FB62}" destId="{06A4568F-984A-40B2-B9B0-7A5F3068112B}" srcOrd="0" destOrd="0" presId="urn:microsoft.com/office/officeart/2008/layout/HorizontalMultiLevelHierarchy"/>
    <dgm:cxn modelId="{33627DA1-962F-4550-90F7-358F0DE60CF7}" type="presParOf" srcId="{06A4568F-984A-40B2-B9B0-7A5F3068112B}" destId="{B4A34378-CFA4-473F-AFA9-F8FD104D27B5}" srcOrd="0" destOrd="0" presId="urn:microsoft.com/office/officeart/2008/layout/HorizontalMultiLevelHierarchy"/>
    <dgm:cxn modelId="{253FB287-459B-444E-9618-E6405478BEB3}" type="presParOf" srcId="{06A4568F-984A-40B2-B9B0-7A5F3068112B}" destId="{4536B6E4-3A3C-49CD-967D-085BAD9EB483}" srcOrd="1" destOrd="0" presId="urn:microsoft.com/office/officeart/2008/layout/HorizontalMultiLevelHierarchy"/>
    <dgm:cxn modelId="{A471D74B-C866-43D1-9388-02D0C1835DB5}" type="presParOf" srcId="{4536B6E4-3A3C-49CD-967D-085BAD9EB483}" destId="{022D3A00-6737-432F-A9A5-03BCBC1B6962}" srcOrd="0" destOrd="0" presId="urn:microsoft.com/office/officeart/2008/layout/HorizontalMultiLevelHierarchy"/>
    <dgm:cxn modelId="{34D22B92-9661-4DEB-9700-4F40CCB87404}" type="presParOf" srcId="{022D3A00-6737-432F-A9A5-03BCBC1B6962}" destId="{A8A61C69-5151-41EE-B0FD-A287400CF9A3}" srcOrd="0" destOrd="0" presId="urn:microsoft.com/office/officeart/2008/layout/HorizontalMultiLevelHierarchy"/>
    <dgm:cxn modelId="{1F213E1E-1419-4141-8858-D78284874A42}" type="presParOf" srcId="{4536B6E4-3A3C-49CD-967D-085BAD9EB483}" destId="{9EED1350-F4A6-4622-89CA-31D03DF84953}" srcOrd="1" destOrd="0" presId="urn:microsoft.com/office/officeart/2008/layout/HorizontalMultiLevelHierarchy"/>
    <dgm:cxn modelId="{46E1805E-09A0-4BDD-B74F-7E3FB239B2D5}" type="presParOf" srcId="{9EED1350-F4A6-4622-89CA-31D03DF84953}" destId="{285C8F01-5ABA-4AF3-B57F-AC4B79797264}" srcOrd="0" destOrd="0" presId="urn:microsoft.com/office/officeart/2008/layout/HorizontalMultiLevelHierarchy"/>
    <dgm:cxn modelId="{E8A6A3A1-0DDE-4703-8133-A7613FB8B2E5}" type="presParOf" srcId="{9EED1350-F4A6-4622-89CA-31D03DF84953}" destId="{B17EC954-57F8-4D19-A9BC-58CD9E9A87FF}" srcOrd="1" destOrd="0" presId="urn:microsoft.com/office/officeart/2008/layout/HorizontalMultiLevelHierarchy"/>
    <dgm:cxn modelId="{9E40D2BB-ACF4-4354-AD2F-D14D9BD16599}" type="presParOf" srcId="{4536B6E4-3A3C-49CD-967D-085BAD9EB483}" destId="{43E26209-9D9B-49E6-9043-E96D011F5BC4}" srcOrd="2" destOrd="0" presId="urn:microsoft.com/office/officeart/2008/layout/HorizontalMultiLevelHierarchy"/>
    <dgm:cxn modelId="{86CFE795-78DF-4EED-B1FB-4E6ADC8052C0}" type="presParOf" srcId="{43E26209-9D9B-49E6-9043-E96D011F5BC4}" destId="{4BFFF2EC-A6F2-44FC-A542-640938887DE5}" srcOrd="0" destOrd="0" presId="urn:microsoft.com/office/officeart/2008/layout/HorizontalMultiLevelHierarchy"/>
    <dgm:cxn modelId="{1AAE19B6-5F0B-4F1C-86E3-E1E64FFB1532}" type="presParOf" srcId="{4536B6E4-3A3C-49CD-967D-085BAD9EB483}" destId="{248249D4-DA2F-4BD6-BBB5-8C8AE665AC4D}" srcOrd="3" destOrd="0" presId="urn:microsoft.com/office/officeart/2008/layout/HorizontalMultiLevelHierarchy"/>
    <dgm:cxn modelId="{D9863F65-9596-464A-A533-A9A80B765223}" type="presParOf" srcId="{248249D4-DA2F-4BD6-BBB5-8C8AE665AC4D}" destId="{434CB685-55BE-472B-9397-EE3F2787F4E6}" srcOrd="0" destOrd="0" presId="urn:microsoft.com/office/officeart/2008/layout/HorizontalMultiLevelHierarchy"/>
    <dgm:cxn modelId="{C53CA238-6C4D-41DB-9D1B-EF408FEA9CF4}" type="presParOf" srcId="{248249D4-DA2F-4BD6-BBB5-8C8AE665AC4D}" destId="{024E888A-7EED-4E40-B62D-0DCF13F4F47E}" srcOrd="1" destOrd="0" presId="urn:microsoft.com/office/officeart/2008/layout/HorizontalMultiLevelHierarchy"/>
    <dgm:cxn modelId="{382F4A77-B498-4386-93E7-970F9A2D2FBD}" type="presParOf" srcId="{4536B6E4-3A3C-49CD-967D-085BAD9EB483}" destId="{8DDC72BE-D680-40F6-970D-31D33752333A}" srcOrd="4" destOrd="0" presId="urn:microsoft.com/office/officeart/2008/layout/HorizontalMultiLevelHierarchy"/>
    <dgm:cxn modelId="{C39957B9-5E64-4694-9B77-30C5900F8DCE}" type="presParOf" srcId="{8DDC72BE-D680-40F6-970D-31D33752333A}" destId="{E3F41672-BA67-41A3-8316-A92633FBA6A4}" srcOrd="0" destOrd="0" presId="urn:microsoft.com/office/officeart/2008/layout/HorizontalMultiLevelHierarchy"/>
    <dgm:cxn modelId="{0E13E9EF-055E-43AF-ADB9-CF0E87BC7AEE}" type="presParOf" srcId="{4536B6E4-3A3C-49CD-967D-085BAD9EB483}" destId="{2CEC02B4-0B4D-4C7B-9959-D4B79A74D3F9}" srcOrd="5" destOrd="0" presId="urn:microsoft.com/office/officeart/2008/layout/HorizontalMultiLevelHierarchy"/>
    <dgm:cxn modelId="{CF383165-8BBF-4DDE-A42B-7A4BECEFC40F}" type="presParOf" srcId="{2CEC02B4-0B4D-4C7B-9959-D4B79A74D3F9}" destId="{F6B353CC-0147-4B9C-A4ED-04D68DEF2FF1}" srcOrd="0" destOrd="0" presId="urn:microsoft.com/office/officeart/2008/layout/HorizontalMultiLevelHierarchy"/>
    <dgm:cxn modelId="{6435D556-43E5-4DDA-9B49-25463CD31AE9}" type="presParOf" srcId="{2CEC02B4-0B4D-4C7B-9959-D4B79A74D3F9}" destId="{F247BA93-B472-40D8-A7EB-F28F655E17E3}" srcOrd="1" destOrd="0" presId="urn:microsoft.com/office/officeart/2008/layout/HorizontalMultiLevelHierarchy"/>
    <dgm:cxn modelId="{CE880171-24F8-4298-B88C-C1EC29557C89}" type="presParOf" srcId="{4536B6E4-3A3C-49CD-967D-085BAD9EB483}" destId="{87DB8B3B-E050-41EC-A6D4-FA04F335B24D}" srcOrd="6" destOrd="0" presId="urn:microsoft.com/office/officeart/2008/layout/HorizontalMultiLevelHierarchy"/>
    <dgm:cxn modelId="{98281C2F-3151-49CF-B794-9A55D1E79BC7}" type="presParOf" srcId="{87DB8B3B-E050-41EC-A6D4-FA04F335B24D}" destId="{B2E00F67-2DF4-44E2-B978-8DFF9FA4F26B}" srcOrd="0" destOrd="0" presId="urn:microsoft.com/office/officeart/2008/layout/HorizontalMultiLevelHierarchy"/>
    <dgm:cxn modelId="{8F550181-F7CD-467F-9E9F-14846FC31836}" type="presParOf" srcId="{4536B6E4-3A3C-49CD-967D-085BAD9EB483}" destId="{645A30EF-BF86-4DC5-90D1-5B94CBA55DBA}" srcOrd="7" destOrd="0" presId="urn:microsoft.com/office/officeart/2008/layout/HorizontalMultiLevelHierarchy"/>
    <dgm:cxn modelId="{4B057933-97EB-4006-9E66-9C9E50D550A3}" type="presParOf" srcId="{645A30EF-BF86-4DC5-90D1-5B94CBA55DBA}" destId="{1669DEFC-4E44-41DC-A814-A15F048DF08D}" srcOrd="0" destOrd="0" presId="urn:microsoft.com/office/officeart/2008/layout/HorizontalMultiLevelHierarchy"/>
    <dgm:cxn modelId="{C0A8014F-5F80-40D0-A691-855480538EB9}" type="presParOf" srcId="{645A30EF-BF86-4DC5-90D1-5B94CBA55DBA}" destId="{3E8C990E-F58E-44C7-BDEC-182797436AF7}" srcOrd="1" destOrd="0" presId="urn:microsoft.com/office/officeart/2008/layout/HorizontalMultiLevelHierarchy"/>
    <dgm:cxn modelId="{65FCB24E-11D2-4CF3-B7B5-D74746584B4D}" type="presParOf" srcId="{4536B6E4-3A3C-49CD-967D-085BAD9EB483}" destId="{9F0C8CB3-0F5A-4E5B-BC84-AFD81FA427C3}" srcOrd="8" destOrd="0" presId="urn:microsoft.com/office/officeart/2008/layout/HorizontalMultiLevelHierarchy"/>
    <dgm:cxn modelId="{B3EE4FE3-3505-42E2-8D96-9E611ED2EC48}" type="presParOf" srcId="{9F0C8CB3-0F5A-4E5B-BC84-AFD81FA427C3}" destId="{6C4D2713-A9CE-4E9B-B8DB-31556F43DA77}" srcOrd="0" destOrd="0" presId="urn:microsoft.com/office/officeart/2008/layout/HorizontalMultiLevelHierarchy"/>
    <dgm:cxn modelId="{6B553BCB-8777-47F4-9B32-17AA5C3BAA4B}" type="presParOf" srcId="{4536B6E4-3A3C-49CD-967D-085BAD9EB483}" destId="{D980D596-3ED0-4088-8A15-020C0E5A7EED}" srcOrd="9" destOrd="0" presId="urn:microsoft.com/office/officeart/2008/layout/HorizontalMultiLevelHierarchy"/>
    <dgm:cxn modelId="{93290D24-6E0D-4BAC-B1A4-5889BE927EE4}" type="presParOf" srcId="{D980D596-3ED0-4088-8A15-020C0E5A7EED}" destId="{660606D2-9C24-4EC5-8264-F940308A80A3}" srcOrd="0" destOrd="0" presId="urn:microsoft.com/office/officeart/2008/layout/HorizontalMultiLevelHierarchy"/>
    <dgm:cxn modelId="{87A4A2C9-91C0-461C-8510-931D2339FD59}" type="presParOf" srcId="{D980D596-3ED0-4088-8A15-020C0E5A7EED}" destId="{FB82582E-4C07-4716-A8DE-42C43F5340BE}" srcOrd="1" destOrd="0" presId="urn:microsoft.com/office/officeart/2008/layout/HorizontalMultiLevelHierarchy"/>
    <dgm:cxn modelId="{42CC1E2D-A314-4AB8-8E7B-02B28D91231C}" type="presParOf" srcId="{4536B6E4-3A3C-49CD-967D-085BAD9EB483}" destId="{EA538161-5EF1-4133-8C18-9F6A998D0298}" srcOrd="10" destOrd="0" presId="urn:microsoft.com/office/officeart/2008/layout/HorizontalMultiLevelHierarchy"/>
    <dgm:cxn modelId="{955966E0-9D93-45B4-B215-1853ED9087E1}" type="presParOf" srcId="{EA538161-5EF1-4133-8C18-9F6A998D0298}" destId="{21212DEB-B73C-4461-AE88-7F457F9B7492}" srcOrd="0" destOrd="0" presId="urn:microsoft.com/office/officeart/2008/layout/HorizontalMultiLevelHierarchy"/>
    <dgm:cxn modelId="{A240BF4C-C05F-4084-A019-3E5C6C7B9673}" type="presParOf" srcId="{4536B6E4-3A3C-49CD-967D-085BAD9EB483}" destId="{7E5C9147-58B6-418D-9B11-E5588DCCB5D2}" srcOrd="11" destOrd="0" presId="urn:microsoft.com/office/officeart/2008/layout/HorizontalMultiLevelHierarchy"/>
    <dgm:cxn modelId="{2DA1D252-60BE-42BF-BC15-549FE0D6F5F4}" type="presParOf" srcId="{7E5C9147-58B6-418D-9B11-E5588DCCB5D2}" destId="{2008DF2D-15C2-4974-B4DB-6AE335D8A980}" srcOrd="0" destOrd="0" presId="urn:microsoft.com/office/officeart/2008/layout/HorizontalMultiLevelHierarchy"/>
    <dgm:cxn modelId="{3DA098CF-01CF-47D9-A732-3A9ED559D99E}" type="presParOf" srcId="{7E5C9147-58B6-418D-9B11-E5588DCCB5D2}" destId="{392C6E62-D407-4D3D-B16D-57C254890942}" srcOrd="1" destOrd="0" presId="urn:microsoft.com/office/officeart/2008/layout/HorizontalMultiLevelHierarchy"/>
    <dgm:cxn modelId="{9AD85CBE-06EF-429D-9D37-E5266BC59334}" type="presParOf" srcId="{4536B6E4-3A3C-49CD-967D-085BAD9EB483}" destId="{BBDB92D3-FB5C-4C7E-AA6B-474C7F937AF7}" srcOrd="12" destOrd="0" presId="urn:microsoft.com/office/officeart/2008/layout/HorizontalMultiLevelHierarchy"/>
    <dgm:cxn modelId="{E8CBA2C4-D564-4427-BF16-4255B019393A}" type="presParOf" srcId="{BBDB92D3-FB5C-4C7E-AA6B-474C7F937AF7}" destId="{B6A331BF-F356-431B-87C6-550E74D52EC7}" srcOrd="0" destOrd="0" presId="urn:microsoft.com/office/officeart/2008/layout/HorizontalMultiLevelHierarchy"/>
    <dgm:cxn modelId="{DC68CE19-280B-4EF0-876B-23D31B744358}" type="presParOf" srcId="{4536B6E4-3A3C-49CD-967D-085BAD9EB483}" destId="{DF936B79-065A-4D0C-B408-5F482C002406}" srcOrd="13" destOrd="0" presId="urn:microsoft.com/office/officeart/2008/layout/HorizontalMultiLevelHierarchy"/>
    <dgm:cxn modelId="{5185368D-A2FE-4313-86FB-B4E877C6CBEC}" type="presParOf" srcId="{DF936B79-065A-4D0C-B408-5F482C002406}" destId="{78B47BFC-E921-42E5-89B3-6B6AC47B609D}" srcOrd="0" destOrd="0" presId="urn:microsoft.com/office/officeart/2008/layout/HorizontalMultiLevelHierarchy"/>
    <dgm:cxn modelId="{E46A8825-8851-45A5-9F44-B259E37BD355}" type="presParOf" srcId="{DF936B79-065A-4D0C-B408-5F482C002406}" destId="{C35B9C66-0941-4B8B-90D6-48BF0202E8F2}" srcOrd="1" destOrd="0" presId="urn:microsoft.com/office/officeart/2008/layout/HorizontalMultiLevelHierarchy"/>
    <dgm:cxn modelId="{AF4390A9-5D26-4332-B952-4CA26DC6CB3E}" type="presParOf" srcId="{4536B6E4-3A3C-49CD-967D-085BAD9EB483}" destId="{C7C59C17-43DC-407E-BE9A-FA52D4E7B100}" srcOrd="14" destOrd="0" presId="urn:microsoft.com/office/officeart/2008/layout/HorizontalMultiLevelHierarchy"/>
    <dgm:cxn modelId="{0CD86DFE-B5EB-4ADF-BB7F-F4EECCB54341}" type="presParOf" srcId="{C7C59C17-43DC-407E-BE9A-FA52D4E7B100}" destId="{E9199B8D-BCBD-4F8C-8A49-70C13376C52B}" srcOrd="0" destOrd="0" presId="urn:microsoft.com/office/officeart/2008/layout/HorizontalMultiLevelHierarchy"/>
    <dgm:cxn modelId="{41E8F9AD-3EF8-4E40-B28D-740C85FF1D39}" type="presParOf" srcId="{4536B6E4-3A3C-49CD-967D-085BAD9EB483}" destId="{DC1A4666-0AB9-4563-8034-21498D565859}" srcOrd="15" destOrd="0" presId="urn:microsoft.com/office/officeart/2008/layout/HorizontalMultiLevelHierarchy"/>
    <dgm:cxn modelId="{F3CE4E72-9239-4805-80C7-F590855280E6}" type="presParOf" srcId="{DC1A4666-0AB9-4563-8034-21498D565859}" destId="{7E9B94F5-342C-4C58-9646-01436C1F81E4}" srcOrd="0" destOrd="0" presId="urn:microsoft.com/office/officeart/2008/layout/HorizontalMultiLevelHierarchy"/>
    <dgm:cxn modelId="{D6B54C16-B2DF-4B0B-AFA3-9CCE4D678A3A}" type="presParOf" srcId="{DC1A4666-0AB9-4563-8034-21498D565859}" destId="{5F9982B2-4ADE-47F5-BAEE-CE620783E7E6}"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40A785-ABFB-474D-9A2A-C912B14A07EA}"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en-US"/>
        </a:p>
      </dgm:t>
    </dgm:pt>
    <dgm:pt modelId="{B367C2DA-A4F3-4178-9D4D-312CE9A9B0C9}">
      <dgm:prSet phldrT="[Text]"/>
      <dgm:spPr>
        <a:solidFill>
          <a:schemeClr val="bg1"/>
        </a:solidFill>
      </dgm:spPr>
      <dgm:t>
        <a:bodyPr/>
        <a:lstStyle/>
        <a:p>
          <a:r>
            <a:rPr lang="en-US" b="0" cap="none" spc="0" dirty="0">
              <a:ln w="0"/>
              <a:effectLst>
                <a:outerShdw blurRad="38100" dist="25400" dir="5400000" algn="ctr" rotWithShape="0">
                  <a:srgbClr val="6E747A">
                    <a:alpha val="43000"/>
                  </a:srgbClr>
                </a:outerShdw>
              </a:effectLst>
            </a:rPr>
            <a:t>Numerical features (2)</a:t>
          </a:r>
          <a:endParaRPr lang="en-US" dirty="0"/>
        </a:p>
      </dgm:t>
    </dgm:pt>
    <dgm:pt modelId="{67179343-D1B6-4308-8701-9DD0A375CCA8}" type="parTrans" cxnId="{8935BE08-8A68-4414-B241-6D6ADA08FD77}">
      <dgm:prSet/>
      <dgm:spPr/>
      <dgm:t>
        <a:bodyPr/>
        <a:lstStyle/>
        <a:p>
          <a:endParaRPr lang="en-US"/>
        </a:p>
      </dgm:t>
    </dgm:pt>
    <dgm:pt modelId="{2591CC47-0129-4413-A8AC-F96E9B26BB2E}" type="sibTrans" cxnId="{8935BE08-8A68-4414-B241-6D6ADA08FD77}">
      <dgm:prSet/>
      <dgm:spPr/>
      <dgm:t>
        <a:bodyPr/>
        <a:lstStyle/>
        <a:p>
          <a:endParaRPr lang="en-US"/>
        </a:p>
      </dgm:t>
    </dgm:pt>
    <dgm:pt modelId="{E3A18228-4C1B-400B-B60D-CD534DFD2B80}">
      <dgm:prSet phldrT="[Text]" custT="1"/>
      <dgm:spPr>
        <a:solidFill>
          <a:schemeClr val="bg1"/>
        </a:solidFill>
      </dgm:spPr>
      <dgm:t>
        <a:bodyPr/>
        <a:lstStyle/>
        <a:p>
          <a:r>
            <a:rPr lang="en-US" sz="2800" b="1" dirty="0">
              <a:latin typeface="+mj-lt"/>
              <a:ea typeface="Open Sans 2 Bold"/>
              <a:cs typeface="Open Sans 2 Bold"/>
              <a:sym typeface="Open Sans 2 Bold"/>
            </a:rPr>
            <a:t>duration</a:t>
          </a:r>
          <a:endParaRPr lang="en-US" sz="2800" dirty="0">
            <a:latin typeface="+mj-lt"/>
          </a:endParaRPr>
        </a:p>
      </dgm:t>
    </dgm:pt>
    <dgm:pt modelId="{DD16A6AF-1F3D-45A9-B03D-3EA40FBC279F}" type="parTrans" cxnId="{0A4A7139-8561-4A32-896A-404DA5E601A7}">
      <dgm:prSet/>
      <dgm:spPr/>
      <dgm:t>
        <a:bodyPr/>
        <a:lstStyle/>
        <a:p>
          <a:endParaRPr lang="en-US"/>
        </a:p>
      </dgm:t>
    </dgm:pt>
    <dgm:pt modelId="{704A7049-F899-4F63-B6DE-6FD42464C8B6}" type="sibTrans" cxnId="{0A4A7139-8561-4A32-896A-404DA5E601A7}">
      <dgm:prSet/>
      <dgm:spPr/>
      <dgm:t>
        <a:bodyPr/>
        <a:lstStyle/>
        <a:p>
          <a:endParaRPr lang="en-US"/>
        </a:p>
      </dgm:t>
    </dgm:pt>
    <dgm:pt modelId="{67C65D40-85A8-4E7C-96B9-271AEE2FDBC6}">
      <dgm:prSet phldrT="[Text]" custT="1"/>
      <dgm:spPr>
        <a:solidFill>
          <a:schemeClr val="bg1"/>
        </a:solidFill>
      </dgm:spPr>
      <dgm:t>
        <a:bodyPr/>
        <a:lstStyle/>
        <a:p>
          <a:r>
            <a:rPr lang="en-US" sz="2800" b="1" dirty="0" err="1">
              <a:latin typeface="+mj-lt"/>
              <a:ea typeface="Open Sans 2 Bold"/>
              <a:cs typeface="Open Sans 2 Bold"/>
              <a:sym typeface="Open Sans 2 Bold"/>
            </a:rPr>
            <a:t>days_left</a:t>
          </a:r>
          <a:endParaRPr lang="en-US" sz="2800" dirty="0">
            <a:latin typeface="+mj-lt"/>
          </a:endParaRPr>
        </a:p>
      </dgm:t>
    </dgm:pt>
    <dgm:pt modelId="{703EC754-CDE1-41F4-82C7-4526DFA8AED3}" type="parTrans" cxnId="{C13464C3-7502-4F37-9258-15756B4F96DD}">
      <dgm:prSet/>
      <dgm:spPr/>
      <dgm:t>
        <a:bodyPr/>
        <a:lstStyle/>
        <a:p>
          <a:endParaRPr lang="en-US"/>
        </a:p>
      </dgm:t>
    </dgm:pt>
    <dgm:pt modelId="{05B2C7AA-DB98-4881-8683-2CFDB5720953}" type="sibTrans" cxnId="{C13464C3-7502-4F37-9258-15756B4F96DD}">
      <dgm:prSet/>
      <dgm:spPr/>
      <dgm:t>
        <a:bodyPr/>
        <a:lstStyle/>
        <a:p>
          <a:endParaRPr lang="en-US"/>
        </a:p>
      </dgm:t>
    </dgm:pt>
    <dgm:pt modelId="{74DA2BE8-73A3-4B2E-BCE0-EF9C746820BE}" type="pres">
      <dgm:prSet presAssocID="{9440A785-ABFB-474D-9A2A-C912B14A07EA}" presName="Name0" presStyleCnt="0">
        <dgm:presLayoutVars>
          <dgm:chPref val="1"/>
          <dgm:dir/>
          <dgm:animOne val="branch"/>
          <dgm:animLvl val="lvl"/>
          <dgm:resizeHandles val="exact"/>
        </dgm:presLayoutVars>
      </dgm:prSet>
      <dgm:spPr/>
    </dgm:pt>
    <dgm:pt modelId="{41CF6F8C-103C-4490-9944-2BF5B7FDC179}" type="pres">
      <dgm:prSet presAssocID="{B367C2DA-A4F3-4178-9D4D-312CE9A9B0C9}" presName="root1" presStyleCnt="0"/>
      <dgm:spPr/>
    </dgm:pt>
    <dgm:pt modelId="{984031B5-4440-4993-B3E6-7BAD0EB2A370}" type="pres">
      <dgm:prSet presAssocID="{B367C2DA-A4F3-4178-9D4D-312CE9A9B0C9}" presName="LevelOneTextNode" presStyleLbl="node0" presStyleIdx="0" presStyleCnt="1">
        <dgm:presLayoutVars>
          <dgm:chPref val="3"/>
        </dgm:presLayoutVars>
      </dgm:prSet>
      <dgm:spPr/>
    </dgm:pt>
    <dgm:pt modelId="{7C1C6D72-570F-449E-9A55-AC316A608A03}" type="pres">
      <dgm:prSet presAssocID="{B367C2DA-A4F3-4178-9D4D-312CE9A9B0C9}" presName="level2hierChild" presStyleCnt="0"/>
      <dgm:spPr/>
    </dgm:pt>
    <dgm:pt modelId="{77E9C9AA-84CF-413B-BBBE-B1B2556AE2F3}" type="pres">
      <dgm:prSet presAssocID="{DD16A6AF-1F3D-45A9-B03D-3EA40FBC279F}" presName="conn2-1" presStyleLbl="parChTrans1D2" presStyleIdx="0" presStyleCnt="2"/>
      <dgm:spPr/>
    </dgm:pt>
    <dgm:pt modelId="{74B94405-3F9D-4DF2-A5E2-D45EB59D1653}" type="pres">
      <dgm:prSet presAssocID="{DD16A6AF-1F3D-45A9-B03D-3EA40FBC279F}" presName="connTx" presStyleLbl="parChTrans1D2" presStyleIdx="0" presStyleCnt="2"/>
      <dgm:spPr/>
    </dgm:pt>
    <dgm:pt modelId="{3B57292D-CB5D-4CE0-902F-F6457C699EF7}" type="pres">
      <dgm:prSet presAssocID="{E3A18228-4C1B-400B-B60D-CD534DFD2B80}" presName="root2" presStyleCnt="0"/>
      <dgm:spPr/>
    </dgm:pt>
    <dgm:pt modelId="{8363B65D-EDF0-4570-8C97-BB5E615E8538}" type="pres">
      <dgm:prSet presAssocID="{E3A18228-4C1B-400B-B60D-CD534DFD2B80}" presName="LevelTwoTextNode" presStyleLbl="node2" presStyleIdx="0" presStyleCnt="2">
        <dgm:presLayoutVars>
          <dgm:chPref val="3"/>
        </dgm:presLayoutVars>
      </dgm:prSet>
      <dgm:spPr/>
    </dgm:pt>
    <dgm:pt modelId="{B3AC7B32-5051-49A0-87CE-8CC0B9FD7AAD}" type="pres">
      <dgm:prSet presAssocID="{E3A18228-4C1B-400B-B60D-CD534DFD2B80}" presName="level3hierChild" presStyleCnt="0"/>
      <dgm:spPr/>
    </dgm:pt>
    <dgm:pt modelId="{C61A4E64-5F07-4FAD-880B-44D58C83121D}" type="pres">
      <dgm:prSet presAssocID="{703EC754-CDE1-41F4-82C7-4526DFA8AED3}" presName="conn2-1" presStyleLbl="parChTrans1D2" presStyleIdx="1" presStyleCnt="2"/>
      <dgm:spPr/>
    </dgm:pt>
    <dgm:pt modelId="{7043FA69-9BF4-4044-A3B9-DD6A639A244C}" type="pres">
      <dgm:prSet presAssocID="{703EC754-CDE1-41F4-82C7-4526DFA8AED3}" presName="connTx" presStyleLbl="parChTrans1D2" presStyleIdx="1" presStyleCnt="2"/>
      <dgm:spPr/>
    </dgm:pt>
    <dgm:pt modelId="{A9756DBC-F8BC-4B11-AE32-984E90B5E766}" type="pres">
      <dgm:prSet presAssocID="{67C65D40-85A8-4E7C-96B9-271AEE2FDBC6}" presName="root2" presStyleCnt="0"/>
      <dgm:spPr/>
    </dgm:pt>
    <dgm:pt modelId="{1F3C89C4-1782-41DD-95E9-C64F37DFC064}" type="pres">
      <dgm:prSet presAssocID="{67C65D40-85A8-4E7C-96B9-271AEE2FDBC6}" presName="LevelTwoTextNode" presStyleLbl="node2" presStyleIdx="1" presStyleCnt="2">
        <dgm:presLayoutVars>
          <dgm:chPref val="3"/>
        </dgm:presLayoutVars>
      </dgm:prSet>
      <dgm:spPr/>
    </dgm:pt>
    <dgm:pt modelId="{19D04745-77E2-402D-9274-C5ACF6E65A5E}" type="pres">
      <dgm:prSet presAssocID="{67C65D40-85A8-4E7C-96B9-271AEE2FDBC6}" presName="level3hierChild" presStyleCnt="0"/>
      <dgm:spPr/>
    </dgm:pt>
  </dgm:ptLst>
  <dgm:cxnLst>
    <dgm:cxn modelId="{8935BE08-8A68-4414-B241-6D6ADA08FD77}" srcId="{9440A785-ABFB-474D-9A2A-C912B14A07EA}" destId="{B367C2DA-A4F3-4178-9D4D-312CE9A9B0C9}" srcOrd="0" destOrd="0" parTransId="{67179343-D1B6-4308-8701-9DD0A375CCA8}" sibTransId="{2591CC47-0129-4413-A8AC-F96E9B26BB2E}"/>
    <dgm:cxn modelId="{0A4A7139-8561-4A32-896A-404DA5E601A7}" srcId="{B367C2DA-A4F3-4178-9D4D-312CE9A9B0C9}" destId="{E3A18228-4C1B-400B-B60D-CD534DFD2B80}" srcOrd="0" destOrd="0" parTransId="{DD16A6AF-1F3D-45A9-B03D-3EA40FBC279F}" sibTransId="{704A7049-F899-4F63-B6DE-6FD42464C8B6}"/>
    <dgm:cxn modelId="{DC8E275F-A48C-4C33-9239-C01DFF182CD4}" type="presOf" srcId="{703EC754-CDE1-41F4-82C7-4526DFA8AED3}" destId="{C61A4E64-5F07-4FAD-880B-44D58C83121D}" srcOrd="0" destOrd="0" presId="urn:microsoft.com/office/officeart/2008/layout/HorizontalMultiLevelHierarchy"/>
    <dgm:cxn modelId="{210CC85F-96BC-4027-A352-1B8BC21B76C8}" type="presOf" srcId="{703EC754-CDE1-41F4-82C7-4526DFA8AED3}" destId="{7043FA69-9BF4-4044-A3B9-DD6A639A244C}" srcOrd="1" destOrd="0" presId="urn:microsoft.com/office/officeart/2008/layout/HorizontalMultiLevelHierarchy"/>
    <dgm:cxn modelId="{721B5961-9C38-4266-8A6D-B2DAC61826C4}" type="presOf" srcId="{DD16A6AF-1F3D-45A9-B03D-3EA40FBC279F}" destId="{77E9C9AA-84CF-413B-BBBE-B1B2556AE2F3}" srcOrd="0" destOrd="0" presId="urn:microsoft.com/office/officeart/2008/layout/HorizontalMultiLevelHierarchy"/>
    <dgm:cxn modelId="{15CD6775-6AA3-482A-B83C-F4E709E543D8}" type="presOf" srcId="{DD16A6AF-1F3D-45A9-B03D-3EA40FBC279F}" destId="{74B94405-3F9D-4DF2-A5E2-D45EB59D1653}" srcOrd="1" destOrd="0" presId="urn:microsoft.com/office/officeart/2008/layout/HorizontalMultiLevelHierarchy"/>
    <dgm:cxn modelId="{9F862CA5-524C-4AEE-B43C-27AD673F0E63}" type="presOf" srcId="{B367C2DA-A4F3-4178-9D4D-312CE9A9B0C9}" destId="{984031B5-4440-4993-B3E6-7BAD0EB2A370}" srcOrd="0" destOrd="0" presId="urn:microsoft.com/office/officeart/2008/layout/HorizontalMultiLevelHierarchy"/>
    <dgm:cxn modelId="{C13464C3-7502-4F37-9258-15756B4F96DD}" srcId="{B367C2DA-A4F3-4178-9D4D-312CE9A9B0C9}" destId="{67C65D40-85A8-4E7C-96B9-271AEE2FDBC6}" srcOrd="1" destOrd="0" parTransId="{703EC754-CDE1-41F4-82C7-4526DFA8AED3}" sibTransId="{05B2C7AA-DB98-4881-8683-2CFDB5720953}"/>
    <dgm:cxn modelId="{D91170C9-3EFB-4F66-B825-77840C312B49}" type="presOf" srcId="{9440A785-ABFB-474D-9A2A-C912B14A07EA}" destId="{74DA2BE8-73A3-4B2E-BCE0-EF9C746820BE}" srcOrd="0" destOrd="0" presId="urn:microsoft.com/office/officeart/2008/layout/HorizontalMultiLevelHierarchy"/>
    <dgm:cxn modelId="{C5BCECDB-986D-4B53-BCB9-8DE5C20B2AD5}" type="presOf" srcId="{E3A18228-4C1B-400B-B60D-CD534DFD2B80}" destId="{8363B65D-EDF0-4570-8C97-BB5E615E8538}" srcOrd="0" destOrd="0" presId="urn:microsoft.com/office/officeart/2008/layout/HorizontalMultiLevelHierarchy"/>
    <dgm:cxn modelId="{63C668F3-F5F1-4E93-8FF4-878D3ADA6210}" type="presOf" srcId="{67C65D40-85A8-4E7C-96B9-271AEE2FDBC6}" destId="{1F3C89C4-1782-41DD-95E9-C64F37DFC064}" srcOrd="0" destOrd="0" presId="urn:microsoft.com/office/officeart/2008/layout/HorizontalMultiLevelHierarchy"/>
    <dgm:cxn modelId="{8250C4D1-385E-4CBD-8D83-537320C28624}" type="presParOf" srcId="{74DA2BE8-73A3-4B2E-BCE0-EF9C746820BE}" destId="{41CF6F8C-103C-4490-9944-2BF5B7FDC179}" srcOrd="0" destOrd="0" presId="urn:microsoft.com/office/officeart/2008/layout/HorizontalMultiLevelHierarchy"/>
    <dgm:cxn modelId="{8BA16313-C85A-474A-98DE-3F2B0877AF0A}" type="presParOf" srcId="{41CF6F8C-103C-4490-9944-2BF5B7FDC179}" destId="{984031B5-4440-4993-B3E6-7BAD0EB2A370}" srcOrd="0" destOrd="0" presId="urn:microsoft.com/office/officeart/2008/layout/HorizontalMultiLevelHierarchy"/>
    <dgm:cxn modelId="{C470BB5A-1912-4E5E-B2A7-838F7E29E1F7}" type="presParOf" srcId="{41CF6F8C-103C-4490-9944-2BF5B7FDC179}" destId="{7C1C6D72-570F-449E-9A55-AC316A608A03}" srcOrd="1" destOrd="0" presId="urn:microsoft.com/office/officeart/2008/layout/HorizontalMultiLevelHierarchy"/>
    <dgm:cxn modelId="{0ABE6B19-2B6C-474E-A25B-E88CEACC1ABE}" type="presParOf" srcId="{7C1C6D72-570F-449E-9A55-AC316A608A03}" destId="{77E9C9AA-84CF-413B-BBBE-B1B2556AE2F3}" srcOrd="0" destOrd="0" presId="urn:microsoft.com/office/officeart/2008/layout/HorizontalMultiLevelHierarchy"/>
    <dgm:cxn modelId="{55575432-C938-4160-B088-18A4504051F0}" type="presParOf" srcId="{77E9C9AA-84CF-413B-BBBE-B1B2556AE2F3}" destId="{74B94405-3F9D-4DF2-A5E2-D45EB59D1653}" srcOrd="0" destOrd="0" presId="urn:microsoft.com/office/officeart/2008/layout/HorizontalMultiLevelHierarchy"/>
    <dgm:cxn modelId="{07E61CA3-45DF-4EAA-AFFF-70F437B43546}" type="presParOf" srcId="{7C1C6D72-570F-449E-9A55-AC316A608A03}" destId="{3B57292D-CB5D-4CE0-902F-F6457C699EF7}" srcOrd="1" destOrd="0" presId="urn:microsoft.com/office/officeart/2008/layout/HorizontalMultiLevelHierarchy"/>
    <dgm:cxn modelId="{3B7F991B-DA1C-4648-9837-5E573BFF5532}" type="presParOf" srcId="{3B57292D-CB5D-4CE0-902F-F6457C699EF7}" destId="{8363B65D-EDF0-4570-8C97-BB5E615E8538}" srcOrd="0" destOrd="0" presId="urn:microsoft.com/office/officeart/2008/layout/HorizontalMultiLevelHierarchy"/>
    <dgm:cxn modelId="{CABC3AC3-D1AF-4C2D-9BE7-1A9DF4B67E63}" type="presParOf" srcId="{3B57292D-CB5D-4CE0-902F-F6457C699EF7}" destId="{B3AC7B32-5051-49A0-87CE-8CC0B9FD7AAD}" srcOrd="1" destOrd="0" presId="urn:microsoft.com/office/officeart/2008/layout/HorizontalMultiLevelHierarchy"/>
    <dgm:cxn modelId="{30B04855-D6C9-4D41-A4CA-3FBD714123DC}" type="presParOf" srcId="{7C1C6D72-570F-449E-9A55-AC316A608A03}" destId="{C61A4E64-5F07-4FAD-880B-44D58C83121D}" srcOrd="2" destOrd="0" presId="urn:microsoft.com/office/officeart/2008/layout/HorizontalMultiLevelHierarchy"/>
    <dgm:cxn modelId="{7CBEB144-CBA6-4766-AB4D-0689CDD2A369}" type="presParOf" srcId="{C61A4E64-5F07-4FAD-880B-44D58C83121D}" destId="{7043FA69-9BF4-4044-A3B9-DD6A639A244C}" srcOrd="0" destOrd="0" presId="urn:microsoft.com/office/officeart/2008/layout/HorizontalMultiLevelHierarchy"/>
    <dgm:cxn modelId="{C8ED325F-F0B9-45B6-9105-4C727127415F}" type="presParOf" srcId="{7C1C6D72-570F-449E-9A55-AC316A608A03}" destId="{A9756DBC-F8BC-4B11-AE32-984E90B5E766}" srcOrd="3" destOrd="0" presId="urn:microsoft.com/office/officeart/2008/layout/HorizontalMultiLevelHierarchy"/>
    <dgm:cxn modelId="{489A67A3-5AD8-4EAD-AB21-F2CDE4C58413}" type="presParOf" srcId="{A9756DBC-F8BC-4B11-AE32-984E90B5E766}" destId="{1F3C89C4-1782-41DD-95E9-C64F37DFC064}" srcOrd="0" destOrd="0" presId="urn:microsoft.com/office/officeart/2008/layout/HorizontalMultiLevelHierarchy"/>
    <dgm:cxn modelId="{FB17F7BC-8C41-429C-B12D-4FB09C567416}" type="presParOf" srcId="{A9756DBC-F8BC-4B11-AE32-984E90B5E766}" destId="{19D04745-77E2-402D-9274-C5ACF6E65A5E}"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440A785-ABFB-474D-9A2A-C912B14A07EA}"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en-US"/>
        </a:p>
      </dgm:t>
    </dgm:pt>
    <dgm:pt modelId="{B367C2DA-A4F3-4178-9D4D-312CE9A9B0C9}">
      <dgm:prSet phldrT="[Text]"/>
      <dgm:spPr>
        <a:solidFill>
          <a:schemeClr val="bg1"/>
        </a:solidFill>
      </dgm:spPr>
      <dgm:t>
        <a:bodyPr/>
        <a:lstStyle/>
        <a:p>
          <a:r>
            <a:rPr lang="en-US" b="0" cap="none" spc="0" dirty="0">
              <a:ln w="0"/>
              <a:effectLst>
                <a:outerShdw blurRad="38100" dist="25400" dir="5400000" algn="ctr" rotWithShape="0">
                  <a:srgbClr val="6E747A">
                    <a:alpha val="43000"/>
                  </a:srgbClr>
                </a:outerShdw>
              </a:effectLst>
            </a:rPr>
            <a:t>Numerical features (3)</a:t>
          </a:r>
          <a:endParaRPr lang="en-US" dirty="0"/>
        </a:p>
      </dgm:t>
    </dgm:pt>
    <dgm:pt modelId="{67179343-D1B6-4308-8701-9DD0A375CCA8}" type="parTrans" cxnId="{8935BE08-8A68-4414-B241-6D6ADA08FD77}">
      <dgm:prSet/>
      <dgm:spPr/>
      <dgm:t>
        <a:bodyPr/>
        <a:lstStyle/>
        <a:p>
          <a:endParaRPr lang="en-US"/>
        </a:p>
      </dgm:t>
    </dgm:pt>
    <dgm:pt modelId="{2591CC47-0129-4413-A8AC-F96E9B26BB2E}" type="sibTrans" cxnId="{8935BE08-8A68-4414-B241-6D6ADA08FD77}">
      <dgm:prSet/>
      <dgm:spPr/>
      <dgm:t>
        <a:bodyPr/>
        <a:lstStyle/>
        <a:p>
          <a:endParaRPr lang="en-US"/>
        </a:p>
      </dgm:t>
    </dgm:pt>
    <dgm:pt modelId="{E3A18228-4C1B-400B-B60D-CD534DFD2B80}">
      <dgm:prSet phldrT="[Text]"/>
      <dgm:spPr>
        <a:solidFill>
          <a:schemeClr val="bg1"/>
        </a:solidFill>
      </dgm:spPr>
      <dgm:t>
        <a:bodyPr/>
        <a:lstStyle/>
        <a:p>
          <a:r>
            <a:rPr lang="en-US" b="1" dirty="0">
              <a:latin typeface="+mj-lt"/>
              <a:ea typeface="Open Sans 2 Bold"/>
              <a:cs typeface="Open Sans 2 Bold"/>
              <a:sym typeface="Open Sans 2 Bold"/>
            </a:rPr>
            <a:t>duration</a:t>
          </a:r>
          <a:endParaRPr lang="en-US" dirty="0">
            <a:latin typeface="+mj-lt"/>
          </a:endParaRPr>
        </a:p>
      </dgm:t>
    </dgm:pt>
    <dgm:pt modelId="{DD16A6AF-1F3D-45A9-B03D-3EA40FBC279F}" type="parTrans" cxnId="{0A4A7139-8561-4A32-896A-404DA5E601A7}">
      <dgm:prSet/>
      <dgm:spPr/>
      <dgm:t>
        <a:bodyPr/>
        <a:lstStyle/>
        <a:p>
          <a:endParaRPr lang="en-US"/>
        </a:p>
      </dgm:t>
    </dgm:pt>
    <dgm:pt modelId="{704A7049-F899-4F63-B6DE-6FD42464C8B6}" type="sibTrans" cxnId="{0A4A7139-8561-4A32-896A-404DA5E601A7}">
      <dgm:prSet/>
      <dgm:spPr/>
      <dgm:t>
        <a:bodyPr/>
        <a:lstStyle/>
        <a:p>
          <a:endParaRPr lang="en-US"/>
        </a:p>
      </dgm:t>
    </dgm:pt>
    <dgm:pt modelId="{67C65D40-85A8-4E7C-96B9-271AEE2FDBC6}">
      <dgm:prSet phldrT="[Text]"/>
      <dgm:spPr>
        <a:solidFill>
          <a:schemeClr val="bg1"/>
        </a:solidFill>
      </dgm:spPr>
      <dgm:t>
        <a:bodyPr/>
        <a:lstStyle/>
        <a:p>
          <a:r>
            <a:rPr lang="en-US" b="1" dirty="0" err="1">
              <a:latin typeface="+mj-lt"/>
              <a:ea typeface="Open Sans 2 Bold"/>
              <a:cs typeface="Open Sans 2 Bold"/>
              <a:sym typeface="Open Sans 2 Bold"/>
            </a:rPr>
            <a:t>days_left</a:t>
          </a:r>
          <a:endParaRPr lang="en-US" dirty="0">
            <a:latin typeface="+mj-lt"/>
          </a:endParaRPr>
        </a:p>
      </dgm:t>
    </dgm:pt>
    <dgm:pt modelId="{703EC754-CDE1-41F4-82C7-4526DFA8AED3}" type="parTrans" cxnId="{C13464C3-7502-4F37-9258-15756B4F96DD}">
      <dgm:prSet/>
      <dgm:spPr/>
      <dgm:t>
        <a:bodyPr/>
        <a:lstStyle/>
        <a:p>
          <a:endParaRPr lang="en-US"/>
        </a:p>
      </dgm:t>
    </dgm:pt>
    <dgm:pt modelId="{05B2C7AA-DB98-4881-8683-2CFDB5720953}" type="sibTrans" cxnId="{C13464C3-7502-4F37-9258-15756B4F96DD}">
      <dgm:prSet/>
      <dgm:spPr/>
      <dgm:t>
        <a:bodyPr/>
        <a:lstStyle/>
        <a:p>
          <a:endParaRPr lang="en-US"/>
        </a:p>
      </dgm:t>
    </dgm:pt>
    <dgm:pt modelId="{462D179E-2ECD-4CB8-9BCD-C12B84EBE7B2}">
      <dgm:prSet phldrT="[Text]"/>
      <dgm:spPr>
        <a:solidFill>
          <a:srgbClr val="92D050"/>
        </a:solidFill>
      </dgm:spPr>
      <dgm:t>
        <a:bodyPr/>
        <a:lstStyle/>
        <a:p>
          <a:r>
            <a:rPr lang="en-US" b="1" dirty="0"/>
            <a:t>Route-frequency</a:t>
          </a:r>
        </a:p>
      </dgm:t>
    </dgm:pt>
    <dgm:pt modelId="{4433E1F9-505F-464B-84D0-162DF2830320}" type="parTrans" cxnId="{92372CF5-A003-4157-BE68-391C16446F12}">
      <dgm:prSet/>
      <dgm:spPr/>
      <dgm:t>
        <a:bodyPr/>
        <a:lstStyle/>
        <a:p>
          <a:endParaRPr lang="en-US"/>
        </a:p>
      </dgm:t>
    </dgm:pt>
    <dgm:pt modelId="{A435CDFC-7DF3-4D24-A9EF-D94EABBB3728}" type="sibTrans" cxnId="{92372CF5-A003-4157-BE68-391C16446F12}">
      <dgm:prSet/>
      <dgm:spPr/>
      <dgm:t>
        <a:bodyPr/>
        <a:lstStyle/>
        <a:p>
          <a:endParaRPr lang="en-US"/>
        </a:p>
      </dgm:t>
    </dgm:pt>
    <dgm:pt modelId="{74DA2BE8-73A3-4B2E-BCE0-EF9C746820BE}" type="pres">
      <dgm:prSet presAssocID="{9440A785-ABFB-474D-9A2A-C912B14A07EA}" presName="Name0" presStyleCnt="0">
        <dgm:presLayoutVars>
          <dgm:chPref val="1"/>
          <dgm:dir/>
          <dgm:animOne val="branch"/>
          <dgm:animLvl val="lvl"/>
          <dgm:resizeHandles val="exact"/>
        </dgm:presLayoutVars>
      </dgm:prSet>
      <dgm:spPr/>
    </dgm:pt>
    <dgm:pt modelId="{41CF6F8C-103C-4490-9944-2BF5B7FDC179}" type="pres">
      <dgm:prSet presAssocID="{B367C2DA-A4F3-4178-9D4D-312CE9A9B0C9}" presName="root1" presStyleCnt="0"/>
      <dgm:spPr/>
    </dgm:pt>
    <dgm:pt modelId="{984031B5-4440-4993-B3E6-7BAD0EB2A370}" type="pres">
      <dgm:prSet presAssocID="{B367C2DA-A4F3-4178-9D4D-312CE9A9B0C9}" presName="LevelOneTextNode" presStyleLbl="node0" presStyleIdx="0" presStyleCnt="1">
        <dgm:presLayoutVars>
          <dgm:chPref val="3"/>
        </dgm:presLayoutVars>
      </dgm:prSet>
      <dgm:spPr/>
    </dgm:pt>
    <dgm:pt modelId="{7C1C6D72-570F-449E-9A55-AC316A608A03}" type="pres">
      <dgm:prSet presAssocID="{B367C2DA-A4F3-4178-9D4D-312CE9A9B0C9}" presName="level2hierChild" presStyleCnt="0"/>
      <dgm:spPr/>
    </dgm:pt>
    <dgm:pt modelId="{77E9C9AA-84CF-413B-BBBE-B1B2556AE2F3}" type="pres">
      <dgm:prSet presAssocID="{DD16A6AF-1F3D-45A9-B03D-3EA40FBC279F}" presName="conn2-1" presStyleLbl="parChTrans1D2" presStyleIdx="0" presStyleCnt="3"/>
      <dgm:spPr/>
    </dgm:pt>
    <dgm:pt modelId="{74B94405-3F9D-4DF2-A5E2-D45EB59D1653}" type="pres">
      <dgm:prSet presAssocID="{DD16A6AF-1F3D-45A9-B03D-3EA40FBC279F}" presName="connTx" presStyleLbl="parChTrans1D2" presStyleIdx="0" presStyleCnt="3"/>
      <dgm:spPr/>
    </dgm:pt>
    <dgm:pt modelId="{3B57292D-CB5D-4CE0-902F-F6457C699EF7}" type="pres">
      <dgm:prSet presAssocID="{E3A18228-4C1B-400B-B60D-CD534DFD2B80}" presName="root2" presStyleCnt="0"/>
      <dgm:spPr/>
    </dgm:pt>
    <dgm:pt modelId="{8363B65D-EDF0-4570-8C97-BB5E615E8538}" type="pres">
      <dgm:prSet presAssocID="{E3A18228-4C1B-400B-B60D-CD534DFD2B80}" presName="LevelTwoTextNode" presStyleLbl="node2" presStyleIdx="0" presStyleCnt="3">
        <dgm:presLayoutVars>
          <dgm:chPref val="3"/>
        </dgm:presLayoutVars>
      </dgm:prSet>
      <dgm:spPr/>
    </dgm:pt>
    <dgm:pt modelId="{B3AC7B32-5051-49A0-87CE-8CC0B9FD7AAD}" type="pres">
      <dgm:prSet presAssocID="{E3A18228-4C1B-400B-B60D-CD534DFD2B80}" presName="level3hierChild" presStyleCnt="0"/>
      <dgm:spPr/>
    </dgm:pt>
    <dgm:pt modelId="{C61A4E64-5F07-4FAD-880B-44D58C83121D}" type="pres">
      <dgm:prSet presAssocID="{703EC754-CDE1-41F4-82C7-4526DFA8AED3}" presName="conn2-1" presStyleLbl="parChTrans1D2" presStyleIdx="1" presStyleCnt="3"/>
      <dgm:spPr/>
    </dgm:pt>
    <dgm:pt modelId="{7043FA69-9BF4-4044-A3B9-DD6A639A244C}" type="pres">
      <dgm:prSet presAssocID="{703EC754-CDE1-41F4-82C7-4526DFA8AED3}" presName="connTx" presStyleLbl="parChTrans1D2" presStyleIdx="1" presStyleCnt="3"/>
      <dgm:spPr/>
    </dgm:pt>
    <dgm:pt modelId="{A9756DBC-F8BC-4B11-AE32-984E90B5E766}" type="pres">
      <dgm:prSet presAssocID="{67C65D40-85A8-4E7C-96B9-271AEE2FDBC6}" presName="root2" presStyleCnt="0"/>
      <dgm:spPr/>
    </dgm:pt>
    <dgm:pt modelId="{1F3C89C4-1782-41DD-95E9-C64F37DFC064}" type="pres">
      <dgm:prSet presAssocID="{67C65D40-85A8-4E7C-96B9-271AEE2FDBC6}" presName="LevelTwoTextNode" presStyleLbl="node2" presStyleIdx="1" presStyleCnt="3">
        <dgm:presLayoutVars>
          <dgm:chPref val="3"/>
        </dgm:presLayoutVars>
      </dgm:prSet>
      <dgm:spPr/>
    </dgm:pt>
    <dgm:pt modelId="{19D04745-77E2-402D-9274-C5ACF6E65A5E}" type="pres">
      <dgm:prSet presAssocID="{67C65D40-85A8-4E7C-96B9-271AEE2FDBC6}" presName="level3hierChild" presStyleCnt="0"/>
      <dgm:spPr/>
    </dgm:pt>
    <dgm:pt modelId="{C62C2BBA-8D52-4B26-9E0C-4D30A4EF81D1}" type="pres">
      <dgm:prSet presAssocID="{4433E1F9-505F-464B-84D0-162DF2830320}" presName="conn2-1" presStyleLbl="parChTrans1D2" presStyleIdx="2" presStyleCnt="3"/>
      <dgm:spPr/>
    </dgm:pt>
    <dgm:pt modelId="{C17DEB34-ADC6-42C0-99B5-7B52BC542C59}" type="pres">
      <dgm:prSet presAssocID="{4433E1F9-505F-464B-84D0-162DF2830320}" presName="connTx" presStyleLbl="parChTrans1D2" presStyleIdx="2" presStyleCnt="3"/>
      <dgm:spPr/>
    </dgm:pt>
    <dgm:pt modelId="{9E07ACDA-7BA5-48B1-BDC6-69E8ED7EF282}" type="pres">
      <dgm:prSet presAssocID="{462D179E-2ECD-4CB8-9BCD-C12B84EBE7B2}" presName="root2" presStyleCnt="0"/>
      <dgm:spPr/>
    </dgm:pt>
    <dgm:pt modelId="{ECA376BD-F797-4D7A-B822-E1942A2DB10D}" type="pres">
      <dgm:prSet presAssocID="{462D179E-2ECD-4CB8-9BCD-C12B84EBE7B2}" presName="LevelTwoTextNode" presStyleLbl="node2" presStyleIdx="2" presStyleCnt="3">
        <dgm:presLayoutVars>
          <dgm:chPref val="3"/>
        </dgm:presLayoutVars>
      </dgm:prSet>
      <dgm:spPr/>
    </dgm:pt>
    <dgm:pt modelId="{55B4CD37-DCDD-440B-B307-16CDECACAFF5}" type="pres">
      <dgm:prSet presAssocID="{462D179E-2ECD-4CB8-9BCD-C12B84EBE7B2}" presName="level3hierChild" presStyleCnt="0"/>
      <dgm:spPr/>
    </dgm:pt>
  </dgm:ptLst>
  <dgm:cxnLst>
    <dgm:cxn modelId="{CF37D204-68D8-4D23-8A53-E31ABB1B2A62}" type="presOf" srcId="{703EC754-CDE1-41F4-82C7-4526DFA8AED3}" destId="{7043FA69-9BF4-4044-A3B9-DD6A639A244C}" srcOrd="1" destOrd="0" presId="urn:microsoft.com/office/officeart/2008/layout/HorizontalMultiLevelHierarchy"/>
    <dgm:cxn modelId="{DD35AA07-6CF0-4CB1-AC46-7B50DFC24259}" type="presOf" srcId="{DD16A6AF-1F3D-45A9-B03D-3EA40FBC279F}" destId="{74B94405-3F9D-4DF2-A5E2-D45EB59D1653}" srcOrd="1" destOrd="0" presId="urn:microsoft.com/office/officeart/2008/layout/HorizontalMultiLevelHierarchy"/>
    <dgm:cxn modelId="{8935BE08-8A68-4414-B241-6D6ADA08FD77}" srcId="{9440A785-ABFB-474D-9A2A-C912B14A07EA}" destId="{B367C2DA-A4F3-4178-9D4D-312CE9A9B0C9}" srcOrd="0" destOrd="0" parTransId="{67179343-D1B6-4308-8701-9DD0A375CCA8}" sibTransId="{2591CC47-0129-4413-A8AC-F96E9B26BB2E}"/>
    <dgm:cxn modelId="{CFD68709-B34B-4847-A0B4-48E4834B1385}" type="presOf" srcId="{DD16A6AF-1F3D-45A9-B03D-3EA40FBC279F}" destId="{77E9C9AA-84CF-413B-BBBE-B1B2556AE2F3}" srcOrd="0" destOrd="0" presId="urn:microsoft.com/office/officeart/2008/layout/HorizontalMultiLevelHierarchy"/>
    <dgm:cxn modelId="{B6552130-C91E-4922-93FA-30277720D28F}" type="presOf" srcId="{4433E1F9-505F-464B-84D0-162DF2830320}" destId="{C17DEB34-ADC6-42C0-99B5-7B52BC542C59}" srcOrd="1" destOrd="0" presId="urn:microsoft.com/office/officeart/2008/layout/HorizontalMultiLevelHierarchy"/>
    <dgm:cxn modelId="{0A4A7139-8561-4A32-896A-404DA5E601A7}" srcId="{B367C2DA-A4F3-4178-9D4D-312CE9A9B0C9}" destId="{E3A18228-4C1B-400B-B60D-CD534DFD2B80}" srcOrd="0" destOrd="0" parTransId="{DD16A6AF-1F3D-45A9-B03D-3EA40FBC279F}" sibTransId="{704A7049-F899-4F63-B6DE-6FD42464C8B6}"/>
    <dgm:cxn modelId="{85DA3594-ECB5-4AA6-8853-B1F2B02D5E8C}" type="presOf" srcId="{703EC754-CDE1-41F4-82C7-4526DFA8AED3}" destId="{C61A4E64-5F07-4FAD-880B-44D58C83121D}" srcOrd="0" destOrd="0" presId="urn:microsoft.com/office/officeart/2008/layout/HorizontalMultiLevelHierarchy"/>
    <dgm:cxn modelId="{9F862CA5-524C-4AEE-B43C-27AD673F0E63}" type="presOf" srcId="{B367C2DA-A4F3-4178-9D4D-312CE9A9B0C9}" destId="{984031B5-4440-4993-B3E6-7BAD0EB2A370}" srcOrd="0" destOrd="0" presId="urn:microsoft.com/office/officeart/2008/layout/HorizontalMultiLevelHierarchy"/>
    <dgm:cxn modelId="{53A5B0AC-C632-41BE-AB97-C64B72E9572F}" type="presOf" srcId="{462D179E-2ECD-4CB8-9BCD-C12B84EBE7B2}" destId="{ECA376BD-F797-4D7A-B822-E1942A2DB10D}" srcOrd="0" destOrd="0" presId="urn:microsoft.com/office/officeart/2008/layout/HorizontalMultiLevelHierarchy"/>
    <dgm:cxn modelId="{BEBF1BAD-05D8-4FF8-97B2-ECAD506B4CCF}" type="presOf" srcId="{67C65D40-85A8-4E7C-96B9-271AEE2FDBC6}" destId="{1F3C89C4-1782-41DD-95E9-C64F37DFC064}" srcOrd="0" destOrd="0" presId="urn:microsoft.com/office/officeart/2008/layout/HorizontalMultiLevelHierarchy"/>
    <dgm:cxn modelId="{C13464C3-7502-4F37-9258-15756B4F96DD}" srcId="{B367C2DA-A4F3-4178-9D4D-312CE9A9B0C9}" destId="{67C65D40-85A8-4E7C-96B9-271AEE2FDBC6}" srcOrd="1" destOrd="0" parTransId="{703EC754-CDE1-41F4-82C7-4526DFA8AED3}" sibTransId="{05B2C7AA-DB98-4881-8683-2CFDB5720953}"/>
    <dgm:cxn modelId="{D91170C9-3EFB-4F66-B825-77840C312B49}" type="presOf" srcId="{9440A785-ABFB-474D-9A2A-C912B14A07EA}" destId="{74DA2BE8-73A3-4B2E-BCE0-EF9C746820BE}" srcOrd="0" destOrd="0" presId="urn:microsoft.com/office/officeart/2008/layout/HorizontalMultiLevelHierarchy"/>
    <dgm:cxn modelId="{F55058F2-DDFC-4308-A311-97F8048A441C}" type="presOf" srcId="{E3A18228-4C1B-400B-B60D-CD534DFD2B80}" destId="{8363B65D-EDF0-4570-8C97-BB5E615E8538}" srcOrd="0" destOrd="0" presId="urn:microsoft.com/office/officeart/2008/layout/HorizontalMultiLevelHierarchy"/>
    <dgm:cxn modelId="{92372CF5-A003-4157-BE68-391C16446F12}" srcId="{B367C2DA-A4F3-4178-9D4D-312CE9A9B0C9}" destId="{462D179E-2ECD-4CB8-9BCD-C12B84EBE7B2}" srcOrd="2" destOrd="0" parTransId="{4433E1F9-505F-464B-84D0-162DF2830320}" sibTransId="{A435CDFC-7DF3-4D24-A9EF-D94EABBB3728}"/>
    <dgm:cxn modelId="{F1507FFD-B0D0-492E-AB39-19E93AF1EA30}" type="presOf" srcId="{4433E1F9-505F-464B-84D0-162DF2830320}" destId="{C62C2BBA-8D52-4B26-9E0C-4D30A4EF81D1}" srcOrd="0" destOrd="0" presId="urn:microsoft.com/office/officeart/2008/layout/HorizontalMultiLevelHierarchy"/>
    <dgm:cxn modelId="{8250C4D1-385E-4CBD-8D83-537320C28624}" type="presParOf" srcId="{74DA2BE8-73A3-4B2E-BCE0-EF9C746820BE}" destId="{41CF6F8C-103C-4490-9944-2BF5B7FDC179}" srcOrd="0" destOrd="0" presId="urn:microsoft.com/office/officeart/2008/layout/HorizontalMultiLevelHierarchy"/>
    <dgm:cxn modelId="{8BA16313-C85A-474A-98DE-3F2B0877AF0A}" type="presParOf" srcId="{41CF6F8C-103C-4490-9944-2BF5B7FDC179}" destId="{984031B5-4440-4993-B3E6-7BAD0EB2A370}" srcOrd="0" destOrd="0" presId="urn:microsoft.com/office/officeart/2008/layout/HorizontalMultiLevelHierarchy"/>
    <dgm:cxn modelId="{C470BB5A-1912-4E5E-B2A7-838F7E29E1F7}" type="presParOf" srcId="{41CF6F8C-103C-4490-9944-2BF5B7FDC179}" destId="{7C1C6D72-570F-449E-9A55-AC316A608A03}" srcOrd="1" destOrd="0" presId="urn:microsoft.com/office/officeart/2008/layout/HorizontalMultiLevelHierarchy"/>
    <dgm:cxn modelId="{3645EF37-8C09-4785-BEEC-D3D57EDB4698}" type="presParOf" srcId="{7C1C6D72-570F-449E-9A55-AC316A608A03}" destId="{77E9C9AA-84CF-413B-BBBE-B1B2556AE2F3}" srcOrd="0" destOrd="0" presId="urn:microsoft.com/office/officeart/2008/layout/HorizontalMultiLevelHierarchy"/>
    <dgm:cxn modelId="{E79B5E73-28BA-4238-A7CD-6E66EDBF7064}" type="presParOf" srcId="{77E9C9AA-84CF-413B-BBBE-B1B2556AE2F3}" destId="{74B94405-3F9D-4DF2-A5E2-D45EB59D1653}" srcOrd="0" destOrd="0" presId="urn:microsoft.com/office/officeart/2008/layout/HorizontalMultiLevelHierarchy"/>
    <dgm:cxn modelId="{7645AA95-B8D2-45AD-BA0E-25520E8F931D}" type="presParOf" srcId="{7C1C6D72-570F-449E-9A55-AC316A608A03}" destId="{3B57292D-CB5D-4CE0-902F-F6457C699EF7}" srcOrd="1" destOrd="0" presId="urn:microsoft.com/office/officeart/2008/layout/HorizontalMultiLevelHierarchy"/>
    <dgm:cxn modelId="{82189EC6-D4AD-4BFC-B7F0-D3AA1F13A6DA}" type="presParOf" srcId="{3B57292D-CB5D-4CE0-902F-F6457C699EF7}" destId="{8363B65D-EDF0-4570-8C97-BB5E615E8538}" srcOrd="0" destOrd="0" presId="urn:microsoft.com/office/officeart/2008/layout/HorizontalMultiLevelHierarchy"/>
    <dgm:cxn modelId="{28069FCB-4E9A-4641-808D-63AC5D63D9AF}" type="presParOf" srcId="{3B57292D-CB5D-4CE0-902F-F6457C699EF7}" destId="{B3AC7B32-5051-49A0-87CE-8CC0B9FD7AAD}" srcOrd="1" destOrd="0" presId="urn:microsoft.com/office/officeart/2008/layout/HorizontalMultiLevelHierarchy"/>
    <dgm:cxn modelId="{443F8A1B-B997-4412-B852-A5DC6BD75ACA}" type="presParOf" srcId="{7C1C6D72-570F-449E-9A55-AC316A608A03}" destId="{C61A4E64-5F07-4FAD-880B-44D58C83121D}" srcOrd="2" destOrd="0" presId="urn:microsoft.com/office/officeart/2008/layout/HorizontalMultiLevelHierarchy"/>
    <dgm:cxn modelId="{B564A2D9-FB43-4CDD-A38A-A0979B6AE97A}" type="presParOf" srcId="{C61A4E64-5F07-4FAD-880B-44D58C83121D}" destId="{7043FA69-9BF4-4044-A3B9-DD6A639A244C}" srcOrd="0" destOrd="0" presId="urn:microsoft.com/office/officeart/2008/layout/HorizontalMultiLevelHierarchy"/>
    <dgm:cxn modelId="{4660BCAA-DEF7-47ED-8BCE-241854C6B2C4}" type="presParOf" srcId="{7C1C6D72-570F-449E-9A55-AC316A608A03}" destId="{A9756DBC-F8BC-4B11-AE32-984E90B5E766}" srcOrd="3" destOrd="0" presId="urn:microsoft.com/office/officeart/2008/layout/HorizontalMultiLevelHierarchy"/>
    <dgm:cxn modelId="{E40CDC4F-B72C-4575-A430-C3DB19078025}" type="presParOf" srcId="{A9756DBC-F8BC-4B11-AE32-984E90B5E766}" destId="{1F3C89C4-1782-41DD-95E9-C64F37DFC064}" srcOrd="0" destOrd="0" presId="urn:microsoft.com/office/officeart/2008/layout/HorizontalMultiLevelHierarchy"/>
    <dgm:cxn modelId="{41D39488-360F-42E5-95BF-F5520B98D647}" type="presParOf" srcId="{A9756DBC-F8BC-4B11-AE32-984E90B5E766}" destId="{19D04745-77E2-402D-9274-C5ACF6E65A5E}" srcOrd="1" destOrd="0" presId="urn:microsoft.com/office/officeart/2008/layout/HorizontalMultiLevelHierarchy"/>
    <dgm:cxn modelId="{24409EA1-23E3-4823-A09D-7833BE4DDC5A}" type="presParOf" srcId="{7C1C6D72-570F-449E-9A55-AC316A608A03}" destId="{C62C2BBA-8D52-4B26-9E0C-4D30A4EF81D1}" srcOrd="4" destOrd="0" presId="urn:microsoft.com/office/officeart/2008/layout/HorizontalMultiLevelHierarchy"/>
    <dgm:cxn modelId="{C6042022-8819-49CB-AA89-67AAB4ADF47B}" type="presParOf" srcId="{C62C2BBA-8D52-4B26-9E0C-4D30A4EF81D1}" destId="{C17DEB34-ADC6-42C0-99B5-7B52BC542C59}" srcOrd="0" destOrd="0" presId="urn:microsoft.com/office/officeart/2008/layout/HorizontalMultiLevelHierarchy"/>
    <dgm:cxn modelId="{3E8A7AAD-FDC9-4E78-BB28-857CEA0C7CCB}" type="presParOf" srcId="{7C1C6D72-570F-449E-9A55-AC316A608A03}" destId="{9E07ACDA-7BA5-48B1-BDC6-69E8ED7EF282}" srcOrd="5" destOrd="0" presId="urn:microsoft.com/office/officeart/2008/layout/HorizontalMultiLevelHierarchy"/>
    <dgm:cxn modelId="{3E6263BB-2260-4AD5-BA49-51B18FAB96DD}" type="presParOf" srcId="{9E07ACDA-7BA5-48B1-BDC6-69E8ED7EF282}" destId="{ECA376BD-F797-4D7A-B822-E1942A2DB10D}" srcOrd="0" destOrd="0" presId="urn:microsoft.com/office/officeart/2008/layout/HorizontalMultiLevelHierarchy"/>
    <dgm:cxn modelId="{13F131FC-F6FD-432C-8AE5-D142DE2AE870}" type="presParOf" srcId="{9E07ACDA-7BA5-48B1-BDC6-69E8ED7EF282}" destId="{55B4CD37-DCDD-440B-B307-16CDECACAFF5}" srcOrd="1" destOrd="0" presId="urn:microsoft.com/office/officeart/2008/layout/HorizontalMultiLevelHierarchy"/>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883E07D-24A5-41F9-9AB3-AFA91CD0A686}" type="doc">
      <dgm:prSet loTypeId="urn:microsoft.com/office/officeart/2008/layout/HorizontalMultiLevelHierarchy" loCatId="hierarchy" qsTypeId="urn:microsoft.com/office/officeart/2005/8/quickstyle/simple3" qsCatId="simple" csTypeId="urn:microsoft.com/office/officeart/2005/8/colors/accent1_1" csCatId="accent1" phldr="1"/>
      <dgm:spPr/>
      <dgm:t>
        <a:bodyPr/>
        <a:lstStyle/>
        <a:p>
          <a:endParaRPr lang="en-US"/>
        </a:p>
      </dgm:t>
    </dgm:pt>
    <dgm:pt modelId="{F552AAE1-83C5-4E51-9BB0-1B552EDEAE07}">
      <dgm:prSet phldrT="[Text]"/>
      <dgm:spPr/>
      <dgm:t>
        <a:bodyPr/>
        <a:lstStyle/>
        <a:p>
          <a:r>
            <a:rPr lang="en-US" b="0" cap="none" spc="0" dirty="0">
              <a:ln w="0"/>
              <a:effectLst>
                <a:outerShdw blurRad="38100" dist="25400" dir="5400000" algn="ctr" rotWithShape="0">
                  <a:srgbClr val="6E747A">
                    <a:alpha val="43000"/>
                  </a:srgbClr>
                </a:outerShdw>
              </a:effectLst>
            </a:rPr>
            <a:t>Categorical features (8)</a:t>
          </a:r>
          <a:endParaRPr lang="en-US" dirty="0"/>
        </a:p>
      </dgm:t>
    </dgm:pt>
    <dgm:pt modelId="{6BA495DF-FB47-42D1-A45E-5237285F1D1D}" type="parTrans" cxnId="{1D274FA0-D4A5-433D-B7AD-114A197E38E1}">
      <dgm:prSet/>
      <dgm:spPr/>
      <dgm:t>
        <a:bodyPr/>
        <a:lstStyle/>
        <a:p>
          <a:endParaRPr lang="en-US"/>
        </a:p>
      </dgm:t>
    </dgm:pt>
    <dgm:pt modelId="{D3709D2C-11D7-4FC2-AD7F-A802E0F1459C}" type="sibTrans" cxnId="{1D274FA0-D4A5-433D-B7AD-114A197E38E1}">
      <dgm:prSet/>
      <dgm:spPr/>
      <dgm:t>
        <a:bodyPr/>
        <a:lstStyle/>
        <a:p>
          <a:endParaRPr lang="en-US"/>
        </a:p>
      </dgm:t>
    </dgm:pt>
    <dgm:pt modelId="{D1332A05-3C0D-4232-AAF6-9E7CED6A7603}">
      <dgm:prSet phldrT="[Text]"/>
      <dgm:spPr/>
      <dgm:t>
        <a:bodyPr/>
        <a:lstStyle/>
        <a:p>
          <a:r>
            <a:rPr lang="en-US" b="1" dirty="0"/>
            <a:t>Airline</a:t>
          </a:r>
          <a:endParaRPr lang="en-US" dirty="0"/>
        </a:p>
      </dgm:t>
    </dgm:pt>
    <dgm:pt modelId="{792AB237-581C-4637-9833-092FD9D7975B}" type="parTrans" cxnId="{C5482EC6-E2A0-4CB1-B336-E3376DFBDBFD}">
      <dgm:prSet/>
      <dgm:spPr/>
      <dgm:t>
        <a:bodyPr/>
        <a:lstStyle/>
        <a:p>
          <a:endParaRPr lang="en-US"/>
        </a:p>
      </dgm:t>
    </dgm:pt>
    <dgm:pt modelId="{D39ECEEA-72E2-4B2D-9334-EC06D67C26B9}" type="sibTrans" cxnId="{C5482EC6-E2A0-4CB1-B336-E3376DFBDBFD}">
      <dgm:prSet/>
      <dgm:spPr/>
      <dgm:t>
        <a:bodyPr/>
        <a:lstStyle/>
        <a:p>
          <a:endParaRPr lang="en-US"/>
        </a:p>
      </dgm:t>
    </dgm:pt>
    <dgm:pt modelId="{D4F507AB-4CB6-40B9-BC61-97554F820196}">
      <dgm:prSet phldrT="[Text]"/>
      <dgm:spPr/>
      <dgm:t>
        <a:bodyPr/>
        <a:lstStyle/>
        <a:p>
          <a:r>
            <a:rPr lang="en-US" b="1" dirty="0" err="1"/>
            <a:t>source_city</a:t>
          </a:r>
          <a:r>
            <a:rPr lang="en-US" b="1" dirty="0"/>
            <a:t> </a:t>
          </a:r>
          <a:endParaRPr lang="en-US" dirty="0"/>
        </a:p>
      </dgm:t>
    </dgm:pt>
    <dgm:pt modelId="{2A3F9080-DAB4-4AA6-8D94-9DDD6310FAAD}" type="parTrans" cxnId="{24AD82EE-99F0-4667-9724-FFCA581B854F}">
      <dgm:prSet/>
      <dgm:spPr/>
      <dgm:t>
        <a:bodyPr/>
        <a:lstStyle/>
        <a:p>
          <a:endParaRPr lang="en-US"/>
        </a:p>
      </dgm:t>
    </dgm:pt>
    <dgm:pt modelId="{8260E77C-EFEE-485B-8A1E-9A33B63E663E}" type="sibTrans" cxnId="{24AD82EE-99F0-4667-9724-FFCA581B854F}">
      <dgm:prSet/>
      <dgm:spPr/>
      <dgm:t>
        <a:bodyPr/>
        <a:lstStyle/>
        <a:p>
          <a:endParaRPr lang="en-US"/>
        </a:p>
      </dgm:t>
    </dgm:pt>
    <dgm:pt modelId="{C3147A2A-A8AA-4F19-B0A9-0EA8C9C4D200}">
      <dgm:prSet phldrT="[Text]"/>
      <dgm:spPr/>
      <dgm:t>
        <a:bodyPr/>
        <a:lstStyle/>
        <a:p>
          <a:r>
            <a:rPr lang="en-US" b="1" dirty="0" err="1"/>
            <a:t>destination_city</a:t>
          </a:r>
          <a:endParaRPr lang="en-US" dirty="0"/>
        </a:p>
      </dgm:t>
    </dgm:pt>
    <dgm:pt modelId="{A0A0D89B-88E0-47F3-B277-887DC4B85EDF}" type="parTrans" cxnId="{0A99C4DB-8085-470A-8582-40D8B62FBFEE}">
      <dgm:prSet/>
      <dgm:spPr/>
      <dgm:t>
        <a:bodyPr/>
        <a:lstStyle/>
        <a:p>
          <a:endParaRPr lang="en-US"/>
        </a:p>
      </dgm:t>
    </dgm:pt>
    <dgm:pt modelId="{ACC2EC56-6DDC-4017-8CDE-FF20A4567326}" type="sibTrans" cxnId="{0A99C4DB-8085-470A-8582-40D8B62FBFEE}">
      <dgm:prSet/>
      <dgm:spPr/>
      <dgm:t>
        <a:bodyPr/>
        <a:lstStyle/>
        <a:p>
          <a:endParaRPr lang="en-US"/>
        </a:p>
      </dgm:t>
    </dgm:pt>
    <dgm:pt modelId="{E313B621-1DC7-4FA2-8A7E-718F881A8706}">
      <dgm:prSet phldrT="[Text]"/>
      <dgm:spPr/>
      <dgm:t>
        <a:bodyPr/>
        <a:lstStyle/>
        <a:p>
          <a:r>
            <a:rPr lang="en-US" b="1" dirty="0" err="1"/>
            <a:t>departure_time</a:t>
          </a:r>
          <a:endParaRPr lang="en-US" dirty="0"/>
        </a:p>
      </dgm:t>
    </dgm:pt>
    <dgm:pt modelId="{5F1A91E0-2978-423D-9FAC-EC8A729126A3}" type="parTrans" cxnId="{516372BB-5EA6-4917-B662-FE2A84A253A4}">
      <dgm:prSet/>
      <dgm:spPr/>
      <dgm:t>
        <a:bodyPr/>
        <a:lstStyle/>
        <a:p>
          <a:endParaRPr lang="en-US"/>
        </a:p>
      </dgm:t>
    </dgm:pt>
    <dgm:pt modelId="{3E79A4F6-D824-4BBD-BEE9-960DD4C9B4F7}" type="sibTrans" cxnId="{516372BB-5EA6-4917-B662-FE2A84A253A4}">
      <dgm:prSet/>
      <dgm:spPr/>
      <dgm:t>
        <a:bodyPr/>
        <a:lstStyle/>
        <a:p>
          <a:endParaRPr lang="en-US"/>
        </a:p>
      </dgm:t>
    </dgm:pt>
    <dgm:pt modelId="{37103942-0313-43E9-91BF-ECA6D776B644}">
      <dgm:prSet phldrT="[Text]"/>
      <dgm:spPr/>
      <dgm:t>
        <a:bodyPr/>
        <a:lstStyle/>
        <a:p>
          <a:r>
            <a:rPr lang="en-US" b="1" dirty="0" err="1"/>
            <a:t>arrival_time</a:t>
          </a:r>
          <a:endParaRPr lang="en-US" dirty="0"/>
        </a:p>
      </dgm:t>
    </dgm:pt>
    <dgm:pt modelId="{41F72A56-2F50-4D01-911D-42856834B36E}" type="parTrans" cxnId="{839FF746-FD90-4ED8-B5EF-E37785D280C2}">
      <dgm:prSet/>
      <dgm:spPr/>
      <dgm:t>
        <a:bodyPr/>
        <a:lstStyle/>
        <a:p>
          <a:endParaRPr lang="en-US"/>
        </a:p>
      </dgm:t>
    </dgm:pt>
    <dgm:pt modelId="{9807EFAE-F826-4D38-855E-8343A04E823E}" type="sibTrans" cxnId="{839FF746-FD90-4ED8-B5EF-E37785D280C2}">
      <dgm:prSet/>
      <dgm:spPr/>
      <dgm:t>
        <a:bodyPr/>
        <a:lstStyle/>
        <a:p>
          <a:endParaRPr lang="en-US"/>
        </a:p>
      </dgm:t>
    </dgm:pt>
    <dgm:pt modelId="{4D30941D-4D29-4055-B189-F506C1F2B9C8}">
      <dgm:prSet phldrT="[Text]"/>
      <dgm:spPr/>
      <dgm:t>
        <a:bodyPr/>
        <a:lstStyle/>
        <a:p>
          <a:r>
            <a:rPr lang="en-US" b="1" dirty="0"/>
            <a:t>Stops</a:t>
          </a:r>
          <a:endParaRPr lang="en-US" dirty="0"/>
        </a:p>
      </dgm:t>
    </dgm:pt>
    <dgm:pt modelId="{538F880F-D028-4AF1-870C-0CC4916A6657}" type="parTrans" cxnId="{4A9A3900-35FB-4B1F-913A-F87B753D62F3}">
      <dgm:prSet/>
      <dgm:spPr/>
      <dgm:t>
        <a:bodyPr/>
        <a:lstStyle/>
        <a:p>
          <a:endParaRPr lang="en-US"/>
        </a:p>
      </dgm:t>
    </dgm:pt>
    <dgm:pt modelId="{CDE029AF-A2B2-43FF-B17C-C2A704630DE9}" type="sibTrans" cxnId="{4A9A3900-35FB-4B1F-913A-F87B753D62F3}">
      <dgm:prSet/>
      <dgm:spPr/>
      <dgm:t>
        <a:bodyPr/>
        <a:lstStyle/>
        <a:p>
          <a:endParaRPr lang="en-US"/>
        </a:p>
      </dgm:t>
    </dgm:pt>
    <dgm:pt modelId="{71D3EB88-943D-41B3-A19B-062C2D4553C8}">
      <dgm:prSet phldrT="[Text]"/>
      <dgm:spPr/>
      <dgm:t>
        <a:bodyPr/>
        <a:lstStyle/>
        <a:p>
          <a:r>
            <a:rPr lang="en-US" b="1" dirty="0"/>
            <a:t>Class</a:t>
          </a:r>
        </a:p>
      </dgm:t>
    </dgm:pt>
    <dgm:pt modelId="{18A0173B-D438-409B-9835-E55F7A5F4EED}" type="parTrans" cxnId="{B13C6F42-C461-49D1-A543-A90F1C8A919C}">
      <dgm:prSet/>
      <dgm:spPr/>
      <dgm:t>
        <a:bodyPr/>
        <a:lstStyle/>
        <a:p>
          <a:endParaRPr lang="en-US"/>
        </a:p>
      </dgm:t>
    </dgm:pt>
    <dgm:pt modelId="{39691838-8B01-469C-8FF8-F1DC73758556}" type="sibTrans" cxnId="{B13C6F42-C461-49D1-A543-A90F1C8A919C}">
      <dgm:prSet/>
      <dgm:spPr/>
      <dgm:t>
        <a:bodyPr/>
        <a:lstStyle/>
        <a:p>
          <a:endParaRPr lang="en-US"/>
        </a:p>
      </dgm:t>
    </dgm:pt>
    <dgm:pt modelId="{F1F33C06-F853-4931-899D-2B214A5F513E}">
      <dgm:prSet phldrT="[Text]"/>
      <dgm:spPr>
        <a:solidFill>
          <a:srgbClr val="92D050"/>
        </a:solidFill>
      </dgm:spPr>
      <dgm:t>
        <a:bodyPr/>
        <a:lstStyle/>
        <a:p>
          <a:r>
            <a:rPr lang="en-US" b="1" dirty="0"/>
            <a:t>Route</a:t>
          </a:r>
        </a:p>
      </dgm:t>
    </dgm:pt>
    <dgm:pt modelId="{076B0F2C-3B10-4875-8DB2-3F528E4233D9}" type="parTrans" cxnId="{851F0921-353E-4C39-AC05-06D0BCC6CFEA}">
      <dgm:prSet/>
      <dgm:spPr/>
      <dgm:t>
        <a:bodyPr/>
        <a:lstStyle/>
        <a:p>
          <a:endParaRPr lang="en-US"/>
        </a:p>
      </dgm:t>
    </dgm:pt>
    <dgm:pt modelId="{23961A17-E7B5-4CF3-97A5-36A497906C0D}" type="sibTrans" cxnId="{851F0921-353E-4C39-AC05-06D0BCC6CFEA}">
      <dgm:prSet/>
      <dgm:spPr/>
      <dgm:t>
        <a:bodyPr/>
        <a:lstStyle/>
        <a:p>
          <a:endParaRPr lang="en-US"/>
        </a:p>
      </dgm:t>
    </dgm:pt>
    <dgm:pt modelId="{84C7D720-43F9-49DF-8350-6486DBC9FB62}" type="pres">
      <dgm:prSet presAssocID="{1883E07D-24A5-41F9-9AB3-AFA91CD0A686}" presName="Name0" presStyleCnt="0">
        <dgm:presLayoutVars>
          <dgm:chPref val="1"/>
          <dgm:dir/>
          <dgm:animOne val="branch"/>
          <dgm:animLvl val="lvl"/>
          <dgm:resizeHandles val="exact"/>
        </dgm:presLayoutVars>
      </dgm:prSet>
      <dgm:spPr/>
    </dgm:pt>
    <dgm:pt modelId="{06A4568F-984A-40B2-B9B0-7A5F3068112B}" type="pres">
      <dgm:prSet presAssocID="{F552AAE1-83C5-4E51-9BB0-1B552EDEAE07}" presName="root1" presStyleCnt="0"/>
      <dgm:spPr/>
    </dgm:pt>
    <dgm:pt modelId="{B4A34378-CFA4-473F-AFA9-F8FD104D27B5}" type="pres">
      <dgm:prSet presAssocID="{F552AAE1-83C5-4E51-9BB0-1B552EDEAE07}" presName="LevelOneTextNode" presStyleLbl="node0" presStyleIdx="0" presStyleCnt="1">
        <dgm:presLayoutVars>
          <dgm:chPref val="3"/>
        </dgm:presLayoutVars>
      </dgm:prSet>
      <dgm:spPr/>
    </dgm:pt>
    <dgm:pt modelId="{4536B6E4-3A3C-49CD-967D-085BAD9EB483}" type="pres">
      <dgm:prSet presAssocID="{F552AAE1-83C5-4E51-9BB0-1B552EDEAE07}" presName="level2hierChild" presStyleCnt="0"/>
      <dgm:spPr/>
    </dgm:pt>
    <dgm:pt modelId="{022D3A00-6737-432F-A9A5-03BCBC1B6962}" type="pres">
      <dgm:prSet presAssocID="{792AB237-581C-4637-9833-092FD9D7975B}" presName="conn2-1" presStyleLbl="parChTrans1D2" presStyleIdx="0" presStyleCnt="8"/>
      <dgm:spPr/>
    </dgm:pt>
    <dgm:pt modelId="{A8A61C69-5151-41EE-B0FD-A287400CF9A3}" type="pres">
      <dgm:prSet presAssocID="{792AB237-581C-4637-9833-092FD9D7975B}" presName="connTx" presStyleLbl="parChTrans1D2" presStyleIdx="0" presStyleCnt="8"/>
      <dgm:spPr/>
    </dgm:pt>
    <dgm:pt modelId="{9EED1350-F4A6-4622-89CA-31D03DF84953}" type="pres">
      <dgm:prSet presAssocID="{D1332A05-3C0D-4232-AAF6-9E7CED6A7603}" presName="root2" presStyleCnt="0"/>
      <dgm:spPr/>
    </dgm:pt>
    <dgm:pt modelId="{285C8F01-5ABA-4AF3-B57F-AC4B79797264}" type="pres">
      <dgm:prSet presAssocID="{D1332A05-3C0D-4232-AAF6-9E7CED6A7603}" presName="LevelTwoTextNode" presStyleLbl="node2" presStyleIdx="0" presStyleCnt="8">
        <dgm:presLayoutVars>
          <dgm:chPref val="3"/>
        </dgm:presLayoutVars>
      </dgm:prSet>
      <dgm:spPr/>
    </dgm:pt>
    <dgm:pt modelId="{B17EC954-57F8-4D19-A9BC-58CD9E9A87FF}" type="pres">
      <dgm:prSet presAssocID="{D1332A05-3C0D-4232-AAF6-9E7CED6A7603}" presName="level3hierChild" presStyleCnt="0"/>
      <dgm:spPr/>
    </dgm:pt>
    <dgm:pt modelId="{8DDC72BE-D680-40F6-970D-31D33752333A}" type="pres">
      <dgm:prSet presAssocID="{2A3F9080-DAB4-4AA6-8D94-9DDD6310FAAD}" presName="conn2-1" presStyleLbl="parChTrans1D2" presStyleIdx="1" presStyleCnt="8"/>
      <dgm:spPr/>
    </dgm:pt>
    <dgm:pt modelId="{E3F41672-BA67-41A3-8316-A92633FBA6A4}" type="pres">
      <dgm:prSet presAssocID="{2A3F9080-DAB4-4AA6-8D94-9DDD6310FAAD}" presName="connTx" presStyleLbl="parChTrans1D2" presStyleIdx="1" presStyleCnt="8"/>
      <dgm:spPr/>
    </dgm:pt>
    <dgm:pt modelId="{2CEC02B4-0B4D-4C7B-9959-D4B79A74D3F9}" type="pres">
      <dgm:prSet presAssocID="{D4F507AB-4CB6-40B9-BC61-97554F820196}" presName="root2" presStyleCnt="0"/>
      <dgm:spPr/>
    </dgm:pt>
    <dgm:pt modelId="{F6B353CC-0147-4B9C-A4ED-04D68DEF2FF1}" type="pres">
      <dgm:prSet presAssocID="{D4F507AB-4CB6-40B9-BC61-97554F820196}" presName="LevelTwoTextNode" presStyleLbl="node2" presStyleIdx="1" presStyleCnt="8">
        <dgm:presLayoutVars>
          <dgm:chPref val="3"/>
        </dgm:presLayoutVars>
      </dgm:prSet>
      <dgm:spPr/>
    </dgm:pt>
    <dgm:pt modelId="{F247BA93-B472-40D8-A7EB-F28F655E17E3}" type="pres">
      <dgm:prSet presAssocID="{D4F507AB-4CB6-40B9-BC61-97554F820196}" presName="level3hierChild" presStyleCnt="0"/>
      <dgm:spPr/>
    </dgm:pt>
    <dgm:pt modelId="{87DB8B3B-E050-41EC-A6D4-FA04F335B24D}" type="pres">
      <dgm:prSet presAssocID="{A0A0D89B-88E0-47F3-B277-887DC4B85EDF}" presName="conn2-1" presStyleLbl="parChTrans1D2" presStyleIdx="2" presStyleCnt="8"/>
      <dgm:spPr/>
    </dgm:pt>
    <dgm:pt modelId="{B2E00F67-2DF4-44E2-B978-8DFF9FA4F26B}" type="pres">
      <dgm:prSet presAssocID="{A0A0D89B-88E0-47F3-B277-887DC4B85EDF}" presName="connTx" presStyleLbl="parChTrans1D2" presStyleIdx="2" presStyleCnt="8"/>
      <dgm:spPr/>
    </dgm:pt>
    <dgm:pt modelId="{645A30EF-BF86-4DC5-90D1-5B94CBA55DBA}" type="pres">
      <dgm:prSet presAssocID="{C3147A2A-A8AA-4F19-B0A9-0EA8C9C4D200}" presName="root2" presStyleCnt="0"/>
      <dgm:spPr/>
    </dgm:pt>
    <dgm:pt modelId="{1669DEFC-4E44-41DC-A814-A15F048DF08D}" type="pres">
      <dgm:prSet presAssocID="{C3147A2A-A8AA-4F19-B0A9-0EA8C9C4D200}" presName="LevelTwoTextNode" presStyleLbl="node2" presStyleIdx="2" presStyleCnt="8">
        <dgm:presLayoutVars>
          <dgm:chPref val="3"/>
        </dgm:presLayoutVars>
      </dgm:prSet>
      <dgm:spPr/>
    </dgm:pt>
    <dgm:pt modelId="{3E8C990E-F58E-44C7-BDEC-182797436AF7}" type="pres">
      <dgm:prSet presAssocID="{C3147A2A-A8AA-4F19-B0A9-0EA8C9C4D200}" presName="level3hierChild" presStyleCnt="0"/>
      <dgm:spPr/>
    </dgm:pt>
    <dgm:pt modelId="{9F0C8CB3-0F5A-4E5B-BC84-AFD81FA427C3}" type="pres">
      <dgm:prSet presAssocID="{5F1A91E0-2978-423D-9FAC-EC8A729126A3}" presName="conn2-1" presStyleLbl="parChTrans1D2" presStyleIdx="3" presStyleCnt="8"/>
      <dgm:spPr/>
    </dgm:pt>
    <dgm:pt modelId="{6C4D2713-A9CE-4E9B-B8DB-31556F43DA77}" type="pres">
      <dgm:prSet presAssocID="{5F1A91E0-2978-423D-9FAC-EC8A729126A3}" presName="connTx" presStyleLbl="parChTrans1D2" presStyleIdx="3" presStyleCnt="8"/>
      <dgm:spPr/>
    </dgm:pt>
    <dgm:pt modelId="{D980D596-3ED0-4088-8A15-020C0E5A7EED}" type="pres">
      <dgm:prSet presAssocID="{E313B621-1DC7-4FA2-8A7E-718F881A8706}" presName="root2" presStyleCnt="0"/>
      <dgm:spPr/>
    </dgm:pt>
    <dgm:pt modelId="{660606D2-9C24-4EC5-8264-F940308A80A3}" type="pres">
      <dgm:prSet presAssocID="{E313B621-1DC7-4FA2-8A7E-718F881A8706}" presName="LevelTwoTextNode" presStyleLbl="node2" presStyleIdx="3" presStyleCnt="8">
        <dgm:presLayoutVars>
          <dgm:chPref val="3"/>
        </dgm:presLayoutVars>
      </dgm:prSet>
      <dgm:spPr/>
    </dgm:pt>
    <dgm:pt modelId="{FB82582E-4C07-4716-A8DE-42C43F5340BE}" type="pres">
      <dgm:prSet presAssocID="{E313B621-1DC7-4FA2-8A7E-718F881A8706}" presName="level3hierChild" presStyleCnt="0"/>
      <dgm:spPr/>
    </dgm:pt>
    <dgm:pt modelId="{EA538161-5EF1-4133-8C18-9F6A998D0298}" type="pres">
      <dgm:prSet presAssocID="{41F72A56-2F50-4D01-911D-42856834B36E}" presName="conn2-1" presStyleLbl="parChTrans1D2" presStyleIdx="4" presStyleCnt="8"/>
      <dgm:spPr/>
    </dgm:pt>
    <dgm:pt modelId="{21212DEB-B73C-4461-AE88-7F457F9B7492}" type="pres">
      <dgm:prSet presAssocID="{41F72A56-2F50-4D01-911D-42856834B36E}" presName="connTx" presStyleLbl="parChTrans1D2" presStyleIdx="4" presStyleCnt="8"/>
      <dgm:spPr/>
    </dgm:pt>
    <dgm:pt modelId="{7E5C9147-58B6-418D-9B11-E5588DCCB5D2}" type="pres">
      <dgm:prSet presAssocID="{37103942-0313-43E9-91BF-ECA6D776B644}" presName="root2" presStyleCnt="0"/>
      <dgm:spPr/>
    </dgm:pt>
    <dgm:pt modelId="{2008DF2D-15C2-4974-B4DB-6AE335D8A980}" type="pres">
      <dgm:prSet presAssocID="{37103942-0313-43E9-91BF-ECA6D776B644}" presName="LevelTwoTextNode" presStyleLbl="node2" presStyleIdx="4" presStyleCnt="8">
        <dgm:presLayoutVars>
          <dgm:chPref val="3"/>
        </dgm:presLayoutVars>
      </dgm:prSet>
      <dgm:spPr/>
    </dgm:pt>
    <dgm:pt modelId="{392C6E62-D407-4D3D-B16D-57C254890942}" type="pres">
      <dgm:prSet presAssocID="{37103942-0313-43E9-91BF-ECA6D776B644}" presName="level3hierChild" presStyleCnt="0"/>
      <dgm:spPr/>
    </dgm:pt>
    <dgm:pt modelId="{BBDB92D3-FB5C-4C7E-AA6B-474C7F937AF7}" type="pres">
      <dgm:prSet presAssocID="{538F880F-D028-4AF1-870C-0CC4916A6657}" presName="conn2-1" presStyleLbl="parChTrans1D2" presStyleIdx="5" presStyleCnt="8"/>
      <dgm:spPr/>
    </dgm:pt>
    <dgm:pt modelId="{B6A331BF-F356-431B-87C6-550E74D52EC7}" type="pres">
      <dgm:prSet presAssocID="{538F880F-D028-4AF1-870C-0CC4916A6657}" presName="connTx" presStyleLbl="parChTrans1D2" presStyleIdx="5" presStyleCnt="8"/>
      <dgm:spPr/>
    </dgm:pt>
    <dgm:pt modelId="{DF936B79-065A-4D0C-B408-5F482C002406}" type="pres">
      <dgm:prSet presAssocID="{4D30941D-4D29-4055-B189-F506C1F2B9C8}" presName="root2" presStyleCnt="0"/>
      <dgm:spPr/>
    </dgm:pt>
    <dgm:pt modelId="{78B47BFC-E921-42E5-89B3-6B6AC47B609D}" type="pres">
      <dgm:prSet presAssocID="{4D30941D-4D29-4055-B189-F506C1F2B9C8}" presName="LevelTwoTextNode" presStyleLbl="node2" presStyleIdx="5" presStyleCnt="8">
        <dgm:presLayoutVars>
          <dgm:chPref val="3"/>
        </dgm:presLayoutVars>
      </dgm:prSet>
      <dgm:spPr/>
    </dgm:pt>
    <dgm:pt modelId="{C35B9C66-0941-4B8B-90D6-48BF0202E8F2}" type="pres">
      <dgm:prSet presAssocID="{4D30941D-4D29-4055-B189-F506C1F2B9C8}" presName="level3hierChild" presStyleCnt="0"/>
      <dgm:spPr/>
    </dgm:pt>
    <dgm:pt modelId="{C7C59C17-43DC-407E-BE9A-FA52D4E7B100}" type="pres">
      <dgm:prSet presAssocID="{18A0173B-D438-409B-9835-E55F7A5F4EED}" presName="conn2-1" presStyleLbl="parChTrans1D2" presStyleIdx="6" presStyleCnt="8"/>
      <dgm:spPr/>
    </dgm:pt>
    <dgm:pt modelId="{E9199B8D-BCBD-4F8C-8A49-70C13376C52B}" type="pres">
      <dgm:prSet presAssocID="{18A0173B-D438-409B-9835-E55F7A5F4EED}" presName="connTx" presStyleLbl="parChTrans1D2" presStyleIdx="6" presStyleCnt="8"/>
      <dgm:spPr/>
    </dgm:pt>
    <dgm:pt modelId="{DC1A4666-0AB9-4563-8034-21498D565859}" type="pres">
      <dgm:prSet presAssocID="{71D3EB88-943D-41B3-A19B-062C2D4553C8}" presName="root2" presStyleCnt="0"/>
      <dgm:spPr/>
    </dgm:pt>
    <dgm:pt modelId="{7E9B94F5-342C-4C58-9646-01436C1F81E4}" type="pres">
      <dgm:prSet presAssocID="{71D3EB88-943D-41B3-A19B-062C2D4553C8}" presName="LevelTwoTextNode" presStyleLbl="node2" presStyleIdx="6" presStyleCnt="8">
        <dgm:presLayoutVars>
          <dgm:chPref val="3"/>
        </dgm:presLayoutVars>
      </dgm:prSet>
      <dgm:spPr/>
    </dgm:pt>
    <dgm:pt modelId="{5F9982B2-4ADE-47F5-BAEE-CE620783E7E6}" type="pres">
      <dgm:prSet presAssocID="{71D3EB88-943D-41B3-A19B-062C2D4553C8}" presName="level3hierChild" presStyleCnt="0"/>
      <dgm:spPr/>
    </dgm:pt>
    <dgm:pt modelId="{5E9947C2-D125-41ED-ABC7-1D4FD6D6D039}" type="pres">
      <dgm:prSet presAssocID="{076B0F2C-3B10-4875-8DB2-3F528E4233D9}" presName="conn2-1" presStyleLbl="parChTrans1D2" presStyleIdx="7" presStyleCnt="8"/>
      <dgm:spPr/>
    </dgm:pt>
    <dgm:pt modelId="{BEFC7AD7-88B9-4BD7-A6E7-4608B9BBAA00}" type="pres">
      <dgm:prSet presAssocID="{076B0F2C-3B10-4875-8DB2-3F528E4233D9}" presName="connTx" presStyleLbl="parChTrans1D2" presStyleIdx="7" presStyleCnt="8"/>
      <dgm:spPr/>
    </dgm:pt>
    <dgm:pt modelId="{8621D537-B265-4403-8EE2-83D4F21D5F6C}" type="pres">
      <dgm:prSet presAssocID="{F1F33C06-F853-4931-899D-2B214A5F513E}" presName="root2" presStyleCnt="0"/>
      <dgm:spPr/>
    </dgm:pt>
    <dgm:pt modelId="{14EBE21E-72A7-44D9-8DBA-7B5DF00199A5}" type="pres">
      <dgm:prSet presAssocID="{F1F33C06-F853-4931-899D-2B214A5F513E}" presName="LevelTwoTextNode" presStyleLbl="node2" presStyleIdx="7" presStyleCnt="8">
        <dgm:presLayoutVars>
          <dgm:chPref val="3"/>
        </dgm:presLayoutVars>
      </dgm:prSet>
      <dgm:spPr/>
    </dgm:pt>
    <dgm:pt modelId="{CE2DE183-6164-4CE3-808B-27C1ADB6E7F5}" type="pres">
      <dgm:prSet presAssocID="{F1F33C06-F853-4931-899D-2B214A5F513E}" presName="level3hierChild" presStyleCnt="0"/>
      <dgm:spPr/>
    </dgm:pt>
  </dgm:ptLst>
  <dgm:cxnLst>
    <dgm:cxn modelId="{4A9A3900-35FB-4B1F-913A-F87B753D62F3}" srcId="{F552AAE1-83C5-4E51-9BB0-1B552EDEAE07}" destId="{4D30941D-4D29-4055-B189-F506C1F2B9C8}" srcOrd="5" destOrd="0" parTransId="{538F880F-D028-4AF1-870C-0CC4916A6657}" sibTransId="{CDE029AF-A2B2-43FF-B17C-C2A704630DE9}"/>
    <dgm:cxn modelId="{BA7DF204-27FF-42E8-84AC-DB020D240573}" type="presOf" srcId="{18A0173B-D438-409B-9835-E55F7A5F4EED}" destId="{C7C59C17-43DC-407E-BE9A-FA52D4E7B100}" srcOrd="0" destOrd="0" presId="urn:microsoft.com/office/officeart/2008/layout/HorizontalMultiLevelHierarchy"/>
    <dgm:cxn modelId="{4B30D206-A8AC-4A89-B109-BAD199DD2A54}" type="presOf" srcId="{1883E07D-24A5-41F9-9AB3-AFA91CD0A686}" destId="{84C7D720-43F9-49DF-8350-6486DBC9FB62}" srcOrd="0" destOrd="0" presId="urn:microsoft.com/office/officeart/2008/layout/HorizontalMultiLevelHierarchy"/>
    <dgm:cxn modelId="{B7B2C20C-F94B-4972-B671-6161034383B7}" type="presOf" srcId="{4D30941D-4D29-4055-B189-F506C1F2B9C8}" destId="{78B47BFC-E921-42E5-89B3-6B6AC47B609D}" srcOrd="0" destOrd="0" presId="urn:microsoft.com/office/officeart/2008/layout/HorizontalMultiLevelHierarchy"/>
    <dgm:cxn modelId="{4A59991B-575C-4D53-9AAC-E2AB3DC4B8CA}" type="presOf" srcId="{71D3EB88-943D-41B3-A19B-062C2D4553C8}" destId="{7E9B94F5-342C-4C58-9646-01436C1F81E4}" srcOrd="0" destOrd="0" presId="urn:microsoft.com/office/officeart/2008/layout/HorizontalMultiLevelHierarchy"/>
    <dgm:cxn modelId="{533BDA1B-BC4C-4D2F-AE3D-D83E8C15CF8A}" type="presOf" srcId="{F552AAE1-83C5-4E51-9BB0-1B552EDEAE07}" destId="{B4A34378-CFA4-473F-AFA9-F8FD104D27B5}" srcOrd="0" destOrd="0" presId="urn:microsoft.com/office/officeart/2008/layout/HorizontalMultiLevelHierarchy"/>
    <dgm:cxn modelId="{CB838F1E-E9A5-46A0-A879-2412BCE8138E}" type="presOf" srcId="{C3147A2A-A8AA-4F19-B0A9-0EA8C9C4D200}" destId="{1669DEFC-4E44-41DC-A814-A15F048DF08D}" srcOrd="0" destOrd="0" presId="urn:microsoft.com/office/officeart/2008/layout/HorizontalMultiLevelHierarchy"/>
    <dgm:cxn modelId="{851F0921-353E-4C39-AC05-06D0BCC6CFEA}" srcId="{F552AAE1-83C5-4E51-9BB0-1B552EDEAE07}" destId="{F1F33C06-F853-4931-899D-2B214A5F513E}" srcOrd="7" destOrd="0" parTransId="{076B0F2C-3B10-4875-8DB2-3F528E4233D9}" sibTransId="{23961A17-E7B5-4CF3-97A5-36A497906C0D}"/>
    <dgm:cxn modelId="{07583425-DB2D-4C5E-9FBE-059E0D0E3728}" type="presOf" srcId="{41F72A56-2F50-4D01-911D-42856834B36E}" destId="{EA538161-5EF1-4133-8C18-9F6A998D0298}" srcOrd="0" destOrd="0" presId="urn:microsoft.com/office/officeart/2008/layout/HorizontalMultiLevelHierarchy"/>
    <dgm:cxn modelId="{2BAE2B30-09DB-4633-9BCD-AC6CE1951AFE}" type="presOf" srcId="{076B0F2C-3B10-4875-8DB2-3F528E4233D9}" destId="{BEFC7AD7-88B9-4BD7-A6E7-4608B9BBAA00}" srcOrd="1" destOrd="0" presId="urn:microsoft.com/office/officeart/2008/layout/HorizontalMultiLevelHierarchy"/>
    <dgm:cxn modelId="{B13C6F42-C461-49D1-A543-A90F1C8A919C}" srcId="{F552AAE1-83C5-4E51-9BB0-1B552EDEAE07}" destId="{71D3EB88-943D-41B3-A19B-062C2D4553C8}" srcOrd="6" destOrd="0" parTransId="{18A0173B-D438-409B-9835-E55F7A5F4EED}" sibTransId="{39691838-8B01-469C-8FF8-F1DC73758556}"/>
    <dgm:cxn modelId="{5403E442-CC89-46DB-BC84-B96F81F07CF1}" type="presOf" srcId="{F1F33C06-F853-4931-899D-2B214A5F513E}" destId="{14EBE21E-72A7-44D9-8DBA-7B5DF00199A5}" srcOrd="0" destOrd="0" presId="urn:microsoft.com/office/officeart/2008/layout/HorizontalMultiLevelHierarchy"/>
    <dgm:cxn modelId="{65F9F965-D850-40D4-922B-520B0D655BC5}" type="presOf" srcId="{792AB237-581C-4637-9833-092FD9D7975B}" destId="{A8A61C69-5151-41EE-B0FD-A287400CF9A3}" srcOrd="1" destOrd="0" presId="urn:microsoft.com/office/officeart/2008/layout/HorizontalMultiLevelHierarchy"/>
    <dgm:cxn modelId="{839FF746-FD90-4ED8-B5EF-E37785D280C2}" srcId="{F552AAE1-83C5-4E51-9BB0-1B552EDEAE07}" destId="{37103942-0313-43E9-91BF-ECA6D776B644}" srcOrd="4" destOrd="0" parTransId="{41F72A56-2F50-4D01-911D-42856834B36E}" sibTransId="{9807EFAE-F826-4D38-855E-8343A04E823E}"/>
    <dgm:cxn modelId="{F793556A-87C9-493F-B2A5-EEED83D3D501}" type="presOf" srcId="{E313B621-1DC7-4FA2-8A7E-718F881A8706}" destId="{660606D2-9C24-4EC5-8264-F940308A80A3}" srcOrd="0" destOrd="0" presId="urn:microsoft.com/office/officeart/2008/layout/HorizontalMultiLevelHierarchy"/>
    <dgm:cxn modelId="{72BFF96A-16EA-48C1-A2F0-F80A9C21C63E}" type="presOf" srcId="{41F72A56-2F50-4D01-911D-42856834B36E}" destId="{21212DEB-B73C-4461-AE88-7F457F9B7492}" srcOrd="1" destOrd="0" presId="urn:microsoft.com/office/officeart/2008/layout/HorizontalMultiLevelHierarchy"/>
    <dgm:cxn modelId="{CFA4CC73-4C63-4B3A-80A1-DADA2C22F15C}" type="presOf" srcId="{A0A0D89B-88E0-47F3-B277-887DC4B85EDF}" destId="{B2E00F67-2DF4-44E2-B978-8DFF9FA4F26B}" srcOrd="1" destOrd="0" presId="urn:microsoft.com/office/officeart/2008/layout/HorizontalMultiLevelHierarchy"/>
    <dgm:cxn modelId="{EC623F76-AEF2-45E1-BC56-F0944A1E9701}" type="presOf" srcId="{18A0173B-D438-409B-9835-E55F7A5F4EED}" destId="{E9199B8D-BCBD-4F8C-8A49-70C13376C52B}" srcOrd="1" destOrd="0" presId="urn:microsoft.com/office/officeart/2008/layout/HorizontalMultiLevelHierarchy"/>
    <dgm:cxn modelId="{C22DF05A-5A92-425F-AEEF-3B8BB54AE3EC}" type="presOf" srcId="{076B0F2C-3B10-4875-8DB2-3F528E4233D9}" destId="{5E9947C2-D125-41ED-ABC7-1D4FD6D6D039}" srcOrd="0" destOrd="0" presId="urn:microsoft.com/office/officeart/2008/layout/HorizontalMultiLevelHierarchy"/>
    <dgm:cxn modelId="{5DBDA77E-4082-45B4-A9EA-6DCD5339AE65}" type="presOf" srcId="{2A3F9080-DAB4-4AA6-8D94-9DDD6310FAAD}" destId="{8DDC72BE-D680-40F6-970D-31D33752333A}" srcOrd="0" destOrd="0" presId="urn:microsoft.com/office/officeart/2008/layout/HorizontalMultiLevelHierarchy"/>
    <dgm:cxn modelId="{763F587F-4FB5-4438-A2C6-4FEC81AC50E4}" type="presOf" srcId="{5F1A91E0-2978-423D-9FAC-EC8A729126A3}" destId="{9F0C8CB3-0F5A-4E5B-BC84-AFD81FA427C3}" srcOrd="0" destOrd="0" presId="urn:microsoft.com/office/officeart/2008/layout/HorizontalMultiLevelHierarchy"/>
    <dgm:cxn modelId="{7D31D47F-1E41-4160-A87C-FE84594D4955}" type="presOf" srcId="{538F880F-D028-4AF1-870C-0CC4916A6657}" destId="{BBDB92D3-FB5C-4C7E-AA6B-474C7F937AF7}" srcOrd="0" destOrd="0" presId="urn:microsoft.com/office/officeart/2008/layout/HorizontalMultiLevelHierarchy"/>
    <dgm:cxn modelId="{1D274FA0-D4A5-433D-B7AD-114A197E38E1}" srcId="{1883E07D-24A5-41F9-9AB3-AFA91CD0A686}" destId="{F552AAE1-83C5-4E51-9BB0-1B552EDEAE07}" srcOrd="0" destOrd="0" parTransId="{6BA495DF-FB47-42D1-A45E-5237285F1D1D}" sibTransId="{D3709D2C-11D7-4FC2-AD7F-A802E0F1459C}"/>
    <dgm:cxn modelId="{FAC61EAD-1774-4DF7-9355-2BB8FD0CDD6B}" type="presOf" srcId="{D1332A05-3C0D-4232-AAF6-9E7CED6A7603}" destId="{285C8F01-5ABA-4AF3-B57F-AC4B79797264}" srcOrd="0" destOrd="0" presId="urn:microsoft.com/office/officeart/2008/layout/HorizontalMultiLevelHierarchy"/>
    <dgm:cxn modelId="{541710B0-41ED-4FFD-8165-732333F1DAB1}" type="presOf" srcId="{2A3F9080-DAB4-4AA6-8D94-9DDD6310FAAD}" destId="{E3F41672-BA67-41A3-8316-A92633FBA6A4}" srcOrd="1" destOrd="0" presId="urn:microsoft.com/office/officeart/2008/layout/HorizontalMultiLevelHierarchy"/>
    <dgm:cxn modelId="{57E2E2B4-1EC2-41A7-9D83-D961EC1F72FF}" type="presOf" srcId="{37103942-0313-43E9-91BF-ECA6D776B644}" destId="{2008DF2D-15C2-4974-B4DB-6AE335D8A980}" srcOrd="0" destOrd="0" presId="urn:microsoft.com/office/officeart/2008/layout/HorizontalMultiLevelHierarchy"/>
    <dgm:cxn modelId="{3BEC14B5-517D-4E14-91CD-F457A581F7BB}" type="presOf" srcId="{792AB237-581C-4637-9833-092FD9D7975B}" destId="{022D3A00-6737-432F-A9A5-03BCBC1B6962}" srcOrd="0" destOrd="0" presId="urn:microsoft.com/office/officeart/2008/layout/HorizontalMultiLevelHierarchy"/>
    <dgm:cxn modelId="{7D68E8B6-7F49-499A-89BA-101CAEEFECA6}" type="presOf" srcId="{A0A0D89B-88E0-47F3-B277-887DC4B85EDF}" destId="{87DB8B3B-E050-41EC-A6D4-FA04F335B24D}" srcOrd="0" destOrd="0" presId="urn:microsoft.com/office/officeart/2008/layout/HorizontalMultiLevelHierarchy"/>
    <dgm:cxn modelId="{516372BB-5EA6-4917-B662-FE2A84A253A4}" srcId="{F552AAE1-83C5-4E51-9BB0-1B552EDEAE07}" destId="{E313B621-1DC7-4FA2-8A7E-718F881A8706}" srcOrd="3" destOrd="0" parTransId="{5F1A91E0-2978-423D-9FAC-EC8A729126A3}" sibTransId="{3E79A4F6-D824-4BBD-BEE9-960DD4C9B4F7}"/>
    <dgm:cxn modelId="{C5482EC6-E2A0-4CB1-B336-E3376DFBDBFD}" srcId="{F552AAE1-83C5-4E51-9BB0-1B552EDEAE07}" destId="{D1332A05-3C0D-4232-AAF6-9E7CED6A7603}" srcOrd="0" destOrd="0" parTransId="{792AB237-581C-4637-9833-092FD9D7975B}" sibTransId="{D39ECEEA-72E2-4B2D-9334-EC06D67C26B9}"/>
    <dgm:cxn modelId="{9000CDD3-6E63-4D7E-81F4-4FCAE6153788}" type="presOf" srcId="{5F1A91E0-2978-423D-9FAC-EC8A729126A3}" destId="{6C4D2713-A9CE-4E9B-B8DB-31556F43DA77}" srcOrd="1" destOrd="0" presId="urn:microsoft.com/office/officeart/2008/layout/HorizontalMultiLevelHierarchy"/>
    <dgm:cxn modelId="{F4B767D4-321F-4293-A654-2E8FB99FB865}" type="presOf" srcId="{D4F507AB-4CB6-40B9-BC61-97554F820196}" destId="{F6B353CC-0147-4B9C-A4ED-04D68DEF2FF1}" srcOrd="0" destOrd="0" presId="urn:microsoft.com/office/officeart/2008/layout/HorizontalMultiLevelHierarchy"/>
    <dgm:cxn modelId="{0A99C4DB-8085-470A-8582-40D8B62FBFEE}" srcId="{F552AAE1-83C5-4E51-9BB0-1B552EDEAE07}" destId="{C3147A2A-A8AA-4F19-B0A9-0EA8C9C4D200}" srcOrd="2" destOrd="0" parTransId="{A0A0D89B-88E0-47F3-B277-887DC4B85EDF}" sibTransId="{ACC2EC56-6DDC-4017-8CDE-FF20A4567326}"/>
    <dgm:cxn modelId="{8A12A9DD-4D2E-4A78-A40F-9CA6DD9D8762}" type="presOf" srcId="{538F880F-D028-4AF1-870C-0CC4916A6657}" destId="{B6A331BF-F356-431B-87C6-550E74D52EC7}" srcOrd="1" destOrd="0" presId="urn:microsoft.com/office/officeart/2008/layout/HorizontalMultiLevelHierarchy"/>
    <dgm:cxn modelId="{24AD82EE-99F0-4667-9724-FFCA581B854F}" srcId="{F552AAE1-83C5-4E51-9BB0-1B552EDEAE07}" destId="{D4F507AB-4CB6-40B9-BC61-97554F820196}" srcOrd="1" destOrd="0" parTransId="{2A3F9080-DAB4-4AA6-8D94-9DDD6310FAAD}" sibTransId="{8260E77C-EFEE-485B-8A1E-9A33B63E663E}"/>
    <dgm:cxn modelId="{1EC96947-272C-46F1-B405-243670948216}" type="presParOf" srcId="{84C7D720-43F9-49DF-8350-6486DBC9FB62}" destId="{06A4568F-984A-40B2-B9B0-7A5F3068112B}" srcOrd="0" destOrd="0" presId="urn:microsoft.com/office/officeart/2008/layout/HorizontalMultiLevelHierarchy"/>
    <dgm:cxn modelId="{93FCD7B8-F8AA-433B-B033-F74DBA7D5949}" type="presParOf" srcId="{06A4568F-984A-40B2-B9B0-7A5F3068112B}" destId="{B4A34378-CFA4-473F-AFA9-F8FD104D27B5}" srcOrd="0" destOrd="0" presId="urn:microsoft.com/office/officeart/2008/layout/HorizontalMultiLevelHierarchy"/>
    <dgm:cxn modelId="{5BD5DDC3-D009-47F3-8D8C-9BDFCA8AF9CC}" type="presParOf" srcId="{06A4568F-984A-40B2-B9B0-7A5F3068112B}" destId="{4536B6E4-3A3C-49CD-967D-085BAD9EB483}" srcOrd="1" destOrd="0" presId="urn:microsoft.com/office/officeart/2008/layout/HorizontalMultiLevelHierarchy"/>
    <dgm:cxn modelId="{5A023D49-BEDB-4D30-AD74-56EF1F2316D1}" type="presParOf" srcId="{4536B6E4-3A3C-49CD-967D-085BAD9EB483}" destId="{022D3A00-6737-432F-A9A5-03BCBC1B6962}" srcOrd="0" destOrd="0" presId="urn:microsoft.com/office/officeart/2008/layout/HorizontalMultiLevelHierarchy"/>
    <dgm:cxn modelId="{27318FFD-D1AE-46D5-B1B5-8259CDEF2174}" type="presParOf" srcId="{022D3A00-6737-432F-A9A5-03BCBC1B6962}" destId="{A8A61C69-5151-41EE-B0FD-A287400CF9A3}" srcOrd="0" destOrd="0" presId="urn:microsoft.com/office/officeart/2008/layout/HorizontalMultiLevelHierarchy"/>
    <dgm:cxn modelId="{11653CD7-11AE-468A-82F9-A9CE9CAA9F64}" type="presParOf" srcId="{4536B6E4-3A3C-49CD-967D-085BAD9EB483}" destId="{9EED1350-F4A6-4622-89CA-31D03DF84953}" srcOrd="1" destOrd="0" presId="urn:microsoft.com/office/officeart/2008/layout/HorizontalMultiLevelHierarchy"/>
    <dgm:cxn modelId="{D564D1D8-CEFE-463A-8361-1BB46F40383A}" type="presParOf" srcId="{9EED1350-F4A6-4622-89CA-31D03DF84953}" destId="{285C8F01-5ABA-4AF3-B57F-AC4B79797264}" srcOrd="0" destOrd="0" presId="urn:microsoft.com/office/officeart/2008/layout/HorizontalMultiLevelHierarchy"/>
    <dgm:cxn modelId="{2D619CD8-08E1-4003-990C-9409BEF5B7C2}" type="presParOf" srcId="{9EED1350-F4A6-4622-89CA-31D03DF84953}" destId="{B17EC954-57F8-4D19-A9BC-58CD9E9A87FF}" srcOrd="1" destOrd="0" presId="urn:microsoft.com/office/officeart/2008/layout/HorizontalMultiLevelHierarchy"/>
    <dgm:cxn modelId="{1CAB23CC-85FA-4E55-8332-A3C28A32C606}" type="presParOf" srcId="{4536B6E4-3A3C-49CD-967D-085BAD9EB483}" destId="{8DDC72BE-D680-40F6-970D-31D33752333A}" srcOrd="2" destOrd="0" presId="urn:microsoft.com/office/officeart/2008/layout/HorizontalMultiLevelHierarchy"/>
    <dgm:cxn modelId="{8504B110-122F-46B8-98FA-041D5A0B4E6D}" type="presParOf" srcId="{8DDC72BE-D680-40F6-970D-31D33752333A}" destId="{E3F41672-BA67-41A3-8316-A92633FBA6A4}" srcOrd="0" destOrd="0" presId="urn:microsoft.com/office/officeart/2008/layout/HorizontalMultiLevelHierarchy"/>
    <dgm:cxn modelId="{1BAE9093-DF5C-4775-AF58-F56FB39E4DE2}" type="presParOf" srcId="{4536B6E4-3A3C-49CD-967D-085BAD9EB483}" destId="{2CEC02B4-0B4D-4C7B-9959-D4B79A74D3F9}" srcOrd="3" destOrd="0" presId="urn:microsoft.com/office/officeart/2008/layout/HorizontalMultiLevelHierarchy"/>
    <dgm:cxn modelId="{20BC14A3-4A84-478A-B7C4-849C656A2B34}" type="presParOf" srcId="{2CEC02B4-0B4D-4C7B-9959-D4B79A74D3F9}" destId="{F6B353CC-0147-4B9C-A4ED-04D68DEF2FF1}" srcOrd="0" destOrd="0" presId="urn:microsoft.com/office/officeart/2008/layout/HorizontalMultiLevelHierarchy"/>
    <dgm:cxn modelId="{42679C30-AED8-4FCF-9782-03B32950C3E6}" type="presParOf" srcId="{2CEC02B4-0B4D-4C7B-9959-D4B79A74D3F9}" destId="{F247BA93-B472-40D8-A7EB-F28F655E17E3}" srcOrd="1" destOrd="0" presId="urn:microsoft.com/office/officeart/2008/layout/HorizontalMultiLevelHierarchy"/>
    <dgm:cxn modelId="{ACAFE702-FF25-46F1-92DC-9AE6C2E0E99F}" type="presParOf" srcId="{4536B6E4-3A3C-49CD-967D-085BAD9EB483}" destId="{87DB8B3B-E050-41EC-A6D4-FA04F335B24D}" srcOrd="4" destOrd="0" presId="urn:microsoft.com/office/officeart/2008/layout/HorizontalMultiLevelHierarchy"/>
    <dgm:cxn modelId="{89916A84-BE01-4AAA-885C-A1843A5FFFD3}" type="presParOf" srcId="{87DB8B3B-E050-41EC-A6D4-FA04F335B24D}" destId="{B2E00F67-2DF4-44E2-B978-8DFF9FA4F26B}" srcOrd="0" destOrd="0" presId="urn:microsoft.com/office/officeart/2008/layout/HorizontalMultiLevelHierarchy"/>
    <dgm:cxn modelId="{375EE360-612E-4EAA-93EC-264EA80E15A0}" type="presParOf" srcId="{4536B6E4-3A3C-49CD-967D-085BAD9EB483}" destId="{645A30EF-BF86-4DC5-90D1-5B94CBA55DBA}" srcOrd="5" destOrd="0" presId="urn:microsoft.com/office/officeart/2008/layout/HorizontalMultiLevelHierarchy"/>
    <dgm:cxn modelId="{73660451-9CC8-4AFD-952E-7E2C8FCAC982}" type="presParOf" srcId="{645A30EF-BF86-4DC5-90D1-5B94CBA55DBA}" destId="{1669DEFC-4E44-41DC-A814-A15F048DF08D}" srcOrd="0" destOrd="0" presId="urn:microsoft.com/office/officeart/2008/layout/HorizontalMultiLevelHierarchy"/>
    <dgm:cxn modelId="{1E78D67D-BD21-4557-921F-D4FD7512AF49}" type="presParOf" srcId="{645A30EF-BF86-4DC5-90D1-5B94CBA55DBA}" destId="{3E8C990E-F58E-44C7-BDEC-182797436AF7}" srcOrd="1" destOrd="0" presId="urn:microsoft.com/office/officeart/2008/layout/HorizontalMultiLevelHierarchy"/>
    <dgm:cxn modelId="{2BA8F5CA-85E0-4530-B74A-102D2431D84E}" type="presParOf" srcId="{4536B6E4-3A3C-49CD-967D-085BAD9EB483}" destId="{9F0C8CB3-0F5A-4E5B-BC84-AFD81FA427C3}" srcOrd="6" destOrd="0" presId="urn:microsoft.com/office/officeart/2008/layout/HorizontalMultiLevelHierarchy"/>
    <dgm:cxn modelId="{0BA7F4ED-5569-4241-8D52-2C74FD9B9499}" type="presParOf" srcId="{9F0C8CB3-0F5A-4E5B-BC84-AFD81FA427C3}" destId="{6C4D2713-A9CE-4E9B-B8DB-31556F43DA77}" srcOrd="0" destOrd="0" presId="urn:microsoft.com/office/officeart/2008/layout/HorizontalMultiLevelHierarchy"/>
    <dgm:cxn modelId="{DDD41127-491C-4C87-91FC-C4A55D5DA1B8}" type="presParOf" srcId="{4536B6E4-3A3C-49CD-967D-085BAD9EB483}" destId="{D980D596-3ED0-4088-8A15-020C0E5A7EED}" srcOrd="7" destOrd="0" presId="urn:microsoft.com/office/officeart/2008/layout/HorizontalMultiLevelHierarchy"/>
    <dgm:cxn modelId="{AA538645-28EE-4C7C-B8FA-5C76593505A1}" type="presParOf" srcId="{D980D596-3ED0-4088-8A15-020C0E5A7EED}" destId="{660606D2-9C24-4EC5-8264-F940308A80A3}" srcOrd="0" destOrd="0" presId="urn:microsoft.com/office/officeart/2008/layout/HorizontalMultiLevelHierarchy"/>
    <dgm:cxn modelId="{BAC77DC8-8E86-4FC2-B1C8-7E4537F1172D}" type="presParOf" srcId="{D980D596-3ED0-4088-8A15-020C0E5A7EED}" destId="{FB82582E-4C07-4716-A8DE-42C43F5340BE}" srcOrd="1" destOrd="0" presId="urn:microsoft.com/office/officeart/2008/layout/HorizontalMultiLevelHierarchy"/>
    <dgm:cxn modelId="{18917E34-96A4-482E-9EC4-13CE05A0E6B7}" type="presParOf" srcId="{4536B6E4-3A3C-49CD-967D-085BAD9EB483}" destId="{EA538161-5EF1-4133-8C18-9F6A998D0298}" srcOrd="8" destOrd="0" presId="urn:microsoft.com/office/officeart/2008/layout/HorizontalMultiLevelHierarchy"/>
    <dgm:cxn modelId="{F6F7EDC4-A17C-449B-9C98-C9DFC19DAA59}" type="presParOf" srcId="{EA538161-5EF1-4133-8C18-9F6A998D0298}" destId="{21212DEB-B73C-4461-AE88-7F457F9B7492}" srcOrd="0" destOrd="0" presId="urn:microsoft.com/office/officeart/2008/layout/HorizontalMultiLevelHierarchy"/>
    <dgm:cxn modelId="{89ABA8F4-8FDF-4990-B9D9-B997BDD62D5A}" type="presParOf" srcId="{4536B6E4-3A3C-49CD-967D-085BAD9EB483}" destId="{7E5C9147-58B6-418D-9B11-E5588DCCB5D2}" srcOrd="9" destOrd="0" presId="urn:microsoft.com/office/officeart/2008/layout/HorizontalMultiLevelHierarchy"/>
    <dgm:cxn modelId="{38A35E46-DF5B-419F-86B0-CDB828624CB6}" type="presParOf" srcId="{7E5C9147-58B6-418D-9B11-E5588DCCB5D2}" destId="{2008DF2D-15C2-4974-B4DB-6AE335D8A980}" srcOrd="0" destOrd="0" presId="urn:microsoft.com/office/officeart/2008/layout/HorizontalMultiLevelHierarchy"/>
    <dgm:cxn modelId="{7ECC014C-A688-4806-9D44-8DD9144A824D}" type="presParOf" srcId="{7E5C9147-58B6-418D-9B11-E5588DCCB5D2}" destId="{392C6E62-D407-4D3D-B16D-57C254890942}" srcOrd="1" destOrd="0" presId="urn:microsoft.com/office/officeart/2008/layout/HorizontalMultiLevelHierarchy"/>
    <dgm:cxn modelId="{01BD7184-800E-4B5C-9C56-2BBF0E61F850}" type="presParOf" srcId="{4536B6E4-3A3C-49CD-967D-085BAD9EB483}" destId="{BBDB92D3-FB5C-4C7E-AA6B-474C7F937AF7}" srcOrd="10" destOrd="0" presId="urn:microsoft.com/office/officeart/2008/layout/HorizontalMultiLevelHierarchy"/>
    <dgm:cxn modelId="{98E2FA02-1531-4C35-AD20-18E4E13E08C8}" type="presParOf" srcId="{BBDB92D3-FB5C-4C7E-AA6B-474C7F937AF7}" destId="{B6A331BF-F356-431B-87C6-550E74D52EC7}" srcOrd="0" destOrd="0" presId="urn:microsoft.com/office/officeart/2008/layout/HorizontalMultiLevelHierarchy"/>
    <dgm:cxn modelId="{3ED8A817-F164-4A9C-BA43-CAA0CCAF728C}" type="presParOf" srcId="{4536B6E4-3A3C-49CD-967D-085BAD9EB483}" destId="{DF936B79-065A-4D0C-B408-5F482C002406}" srcOrd="11" destOrd="0" presId="urn:microsoft.com/office/officeart/2008/layout/HorizontalMultiLevelHierarchy"/>
    <dgm:cxn modelId="{19DD06C2-4862-450F-BFEB-C388944F0734}" type="presParOf" srcId="{DF936B79-065A-4D0C-B408-5F482C002406}" destId="{78B47BFC-E921-42E5-89B3-6B6AC47B609D}" srcOrd="0" destOrd="0" presId="urn:microsoft.com/office/officeart/2008/layout/HorizontalMultiLevelHierarchy"/>
    <dgm:cxn modelId="{04FE1586-9F84-48C6-9F33-2B58B0D8C6F1}" type="presParOf" srcId="{DF936B79-065A-4D0C-B408-5F482C002406}" destId="{C35B9C66-0941-4B8B-90D6-48BF0202E8F2}" srcOrd="1" destOrd="0" presId="urn:microsoft.com/office/officeart/2008/layout/HorizontalMultiLevelHierarchy"/>
    <dgm:cxn modelId="{FED312D9-3A1A-40FD-B5EA-48CDA06E33CB}" type="presParOf" srcId="{4536B6E4-3A3C-49CD-967D-085BAD9EB483}" destId="{C7C59C17-43DC-407E-BE9A-FA52D4E7B100}" srcOrd="12" destOrd="0" presId="urn:microsoft.com/office/officeart/2008/layout/HorizontalMultiLevelHierarchy"/>
    <dgm:cxn modelId="{DAA98872-6FAA-430B-B775-21E6C9B781F3}" type="presParOf" srcId="{C7C59C17-43DC-407E-BE9A-FA52D4E7B100}" destId="{E9199B8D-BCBD-4F8C-8A49-70C13376C52B}" srcOrd="0" destOrd="0" presId="urn:microsoft.com/office/officeart/2008/layout/HorizontalMultiLevelHierarchy"/>
    <dgm:cxn modelId="{9F728FF5-9088-4CAB-9062-15B1DFC0E850}" type="presParOf" srcId="{4536B6E4-3A3C-49CD-967D-085BAD9EB483}" destId="{DC1A4666-0AB9-4563-8034-21498D565859}" srcOrd="13" destOrd="0" presId="urn:microsoft.com/office/officeart/2008/layout/HorizontalMultiLevelHierarchy"/>
    <dgm:cxn modelId="{D77A093A-46FB-4FCA-AD07-F919E01E2581}" type="presParOf" srcId="{DC1A4666-0AB9-4563-8034-21498D565859}" destId="{7E9B94F5-342C-4C58-9646-01436C1F81E4}" srcOrd="0" destOrd="0" presId="urn:microsoft.com/office/officeart/2008/layout/HorizontalMultiLevelHierarchy"/>
    <dgm:cxn modelId="{02B14D0E-504D-49EC-B448-0AB64E235E34}" type="presParOf" srcId="{DC1A4666-0AB9-4563-8034-21498D565859}" destId="{5F9982B2-4ADE-47F5-BAEE-CE620783E7E6}" srcOrd="1" destOrd="0" presId="urn:microsoft.com/office/officeart/2008/layout/HorizontalMultiLevelHierarchy"/>
    <dgm:cxn modelId="{2730957A-810E-47B0-BA3A-15AA14C6E5B6}" type="presParOf" srcId="{4536B6E4-3A3C-49CD-967D-085BAD9EB483}" destId="{5E9947C2-D125-41ED-ABC7-1D4FD6D6D039}" srcOrd="14" destOrd="0" presId="urn:microsoft.com/office/officeart/2008/layout/HorizontalMultiLevelHierarchy"/>
    <dgm:cxn modelId="{969FCD71-A469-4223-866B-9AB75BC18970}" type="presParOf" srcId="{5E9947C2-D125-41ED-ABC7-1D4FD6D6D039}" destId="{BEFC7AD7-88B9-4BD7-A6E7-4608B9BBAA00}" srcOrd="0" destOrd="0" presId="urn:microsoft.com/office/officeart/2008/layout/HorizontalMultiLevelHierarchy"/>
    <dgm:cxn modelId="{C35A0A4E-BB0B-424D-A74C-6FE49203C570}" type="presParOf" srcId="{4536B6E4-3A3C-49CD-967D-085BAD9EB483}" destId="{8621D537-B265-4403-8EE2-83D4F21D5F6C}" srcOrd="15" destOrd="0" presId="urn:microsoft.com/office/officeart/2008/layout/HorizontalMultiLevelHierarchy"/>
    <dgm:cxn modelId="{60939653-C011-4432-B9CC-65B7E052F955}" type="presParOf" srcId="{8621D537-B265-4403-8EE2-83D4F21D5F6C}" destId="{14EBE21E-72A7-44D9-8DBA-7B5DF00199A5}" srcOrd="0" destOrd="0" presId="urn:microsoft.com/office/officeart/2008/layout/HorizontalMultiLevelHierarchy"/>
    <dgm:cxn modelId="{A4903AAD-0EFD-481D-A4BD-D67186E3A605}" type="presParOf" srcId="{8621D537-B265-4403-8EE2-83D4F21D5F6C}" destId="{CE2DE183-6164-4CE3-808B-27C1ADB6E7F5}" srcOrd="1" destOrd="0" presId="urn:microsoft.com/office/officeart/2008/layout/HorizontalMultiLevelHierarchy"/>
  </dgm:cxnLst>
  <dgm:bg>
    <a:noFill/>
  </dgm:bg>
  <dgm:whole/>
  <dgm:extLst>
    <a:ext uri="http://schemas.microsoft.com/office/drawing/2008/diagram">
      <dsp:dataModelExt xmlns:dsp="http://schemas.microsoft.com/office/drawing/2008/diagram" relId="rId2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10F6CCB-4BAB-4A18-8348-B226B5C4C1AD}" type="doc">
      <dgm:prSet loTypeId="urn:microsoft.com/office/officeart/2005/8/layout/hierarchy4" loCatId="hierarchy" qsTypeId="urn:microsoft.com/office/officeart/2005/8/quickstyle/simple1" qsCatId="simple" csTypeId="urn:microsoft.com/office/officeart/2005/8/colors/colorful1" csCatId="colorful" phldr="1"/>
      <dgm:spPr/>
      <dgm:t>
        <a:bodyPr/>
        <a:lstStyle/>
        <a:p>
          <a:endParaRPr lang="en-US"/>
        </a:p>
      </dgm:t>
    </dgm:pt>
    <dgm:pt modelId="{E51A0305-F65D-401B-A67E-1883B7C5DC8B}">
      <dgm:prSet phldrT="[Text]"/>
      <dgm:spPr/>
      <dgm:t>
        <a:bodyPr/>
        <a:lstStyle/>
        <a:p>
          <a:r>
            <a:rPr lang="en-US">
              <a:sym typeface="Poppins Medium"/>
            </a:rPr>
            <a:t>Numeric features </a:t>
          </a:r>
          <a:endParaRPr lang="en-US" dirty="0"/>
        </a:p>
      </dgm:t>
    </dgm:pt>
    <dgm:pt modelId="{90BB8F66-E692-4B6B-91CF-E96EFAC9C6CA}" type="parTrans" cxnId="{FAAFD97B-735A-4048-BFBA-E87987D2EF80}">
      <dgm:prSet/>
      <dgm:spPr/>
      <dgm:t>
        <a:bodyPr/>
        <a:lstStyle/>
        <a:p>
          <a:endParaRPr lang="en-US"/>
        </a:p>
      </dgm:t>
    </dgm:pt>
    <dgm:pt modelId="{317F2354-3203-4FBA-B7BF-44181DED1DD8}" type="sibTrans" cxnId="{FAAFD97B-735A-4048-BFBA-E87987D2EF80}">
      <dgm:prSet/>
      <dgm:spPr/>
      <dgm:t>
        <a:bodyPr/>
        <a:lstStyle/>
        <a:p>
          <a:endParaRPr lang="en-US"/>
        </a:p>
      </dgm:t>
    </dgm:pt>
    <dgm:pt modelId="{D30CC969-327A-45DA-A5DD-9B9F79444180}">
      <dgm:prSet phldrT="[Text]" phldr="0"/>
      <dgm:spPr>
        <a:ln>
          <a:solidFill>
            <a:schemeClr val="accent1"/>
          </a:solidFill>
        </a:ln>
      </dgm:spPr>
      <dgm:t>
        <a:bodyPr/>
        <a:lstStyle/>
        <a:p>
          <a:r>
            <a:rPr lang="en-US" dirty="0"/>
            <a:t>Original </a:t>
          </a:r>
        </a:p>
      </dgm:t>
    </dgm:pt>
    <dgm:pt modelId="{3A846330-4415-47EB-AD1D-DB332FC3F1D0}" type="parTrans" cxnId="{B7AAE0A0-0A85-49AD-9805-11CE5D29C96A}">
      <dgm:prSet/>
      <dgm:spPr/>
      <dgm:t>
        <a:bodyPr/>
        <a:lstStyle/>
        <a:p>
          <a:endParaRPr lang="en-US"/>
        </a:p>
      </dgm:t>
    </dgm:pt>
    <dgm:pt modelId="{10FCA6B0-BEB2-49D7-A31C-C05451A0AFAD}" type="sibTrans" cxnId="{B7AAE0A0-0A85-49AD-9805-11CE5D29C96A}">
      <dgm:prSet/>
      <dgm:spPr/>
      <dgm:t>
        <a:bodyPr/>
        <a:lstStyle/>
        <a:p>
          <a:endParaRPr lang="en-US"/>
        </a:p>
      </dgm:t>
    </dgm:pt>
    <dgm:pt modelId="{ABB3BAD6-A7DB-43F4-B65A-5F79EC0ABC4E}">
      <dgm:prSet phldrT="[Text]"/>
      <dgm:spPr/>
      <dgm:t>
        <a:bodyPr/>
        <a:lstStyle/>
        <a:p>
          <a:r>
            <a:rPr lang="en-US" dirty="0"/>
            <a:t>Duration</a:t>
          </a:r>
        </a:p>
      </dgm:t>
    </dgm:pt>
    <dgm:pt modelId="{69B15BDB-2BB2-48E5-854B-192AE09727BB}" type="parTrans" cxnId="{4F05AC6E-D38F-4BF4-A413-F5B3FBC736D9}">
      <dgm:prSet/>
      <dgm:spPr/>
      <dgm:t>
        <a:bodyPr/>
        <a:lstStyle/>
        <a:p>
          <a:endParaRPr lang="en-US"/>
        </a:p>
      </dgm:t>
    </dgm:pt>
    <dgm:pt modelId="{6337D0C5-72CA-40E4-896B-E8289533DC1B}" type="sibTrans" cxnId="{4F05AC6E-D38F-4BF4-A413-F5B3FBC736D9}">
      <dgm:prSet/>
      <dgm:spPr/>
      <dgm:t>
        <a:bodyPr/>
        <a:lstStyle/>
        <a:p>
          <a:endParaRPr lang="en-US"/>
        </a:p>
      </dgm:t>
    </dgm:pt>
    <dgm:pt modelId="{AB26D4B4-571B-40B8-9955-66E9719957CD}">
      <dgm:prSet phldrT="[Text]"/>
      <dgm:spPr/>
      <dgm:t>
        <a:bodyPr/>
        <a:lstStyle/>
        <a:p>
          <a:r>
            <a:rPr lang="en-US" dirty="0" err="1"/>
            <a:t>route_frequency</a:t>
          </a:r>
          <a:r>
            <a:rPr lang="en-US" dirty="0"/>
            <a:t> </a:t>
          </a:r>
        </a:p>
      </dgm:t>
    </dgm:pt>
    <dgm:pt modelId="{CFB3B96B-D5E2-462F-A8B2-6EF35D98E7D6}" type="parTrans" cxnId="{1047F521-0976-4ED2-98B9-E00AF3EB85A0}">
      <dgm:prSet/>
      <dgm:spPr/>
      <dgm:t>
        <a:bodyPr/>
        <a:lstStyle/>
        <a:p>
          <a:endParaRPr lang="en-US" dirty="0"/>
        </a:p>
      </dgm:t>
    </dgm:pt>
    <dgm:pt modelId="{5C3E613C-B8FC-4F33-AC16-3CF2DBF7143A}" type="sibTrans" cxnId="{1047F521-0976-4ED2-98B9-E00AF3EB85A0}">
      <dgm:prSet/>
      <dgm:spPr/>
      <dgm:t>
        <a:bodyPr/>
        <a:lstStyle/>
        <a:p>
          <a:endParaRPr lang="en-US"/>
        </a:p>
      </dgm:t>
    </dgm:pt>
    <dgm:pt modelId="{F83E89DD-C727-4CAC-8793-B2B8D0C2BAB8}">
      <dgm:prSet phldrT="[Text]"/>
      <dgm:spPr/>
      <dgm:t>
        <a:bodyPr/>
        <a:lstStyle/>
        <a:p>
          <a:r>
            <a:rPr lang="en-US" dirty="0" err="1"/>
            <a:t>days_left</a:t>
          </a:r>
          <a:endParaRPr lang="en-US" dirty="0"/>
        </a:p>
      </dgm:t>
    </dgm:pt>
    <dgm:pt modelId="{2DEC868E-CA82-46E0-A688-4E2CEC6C595C}" type="parTrans" cxnId="{1E6961A5-622C-44BE-8EBA-9A2406620131}">
      <dgm:prSet/>
      <dgm:spPr/>
      <dgm:t>
        <a:bodyPr/>
        <a:lstStyle/>
        <a:p>
          <a:endParaRPr lang="en-US"/>
        </a:p>
      </dgm:t>
    </dgm:pt>
    <dgm:pt modelId="{2DDA9CDF-A417-415C-9079-1F77CA98ED33}" type="sibTrans" cxnId="{1E6961A5-622C-44BE-8EBA-9A2406620131}">
      <dgm:prSet/>
      <dgm:spPr/>
      <dgm:t>
        <a:bodyPr/>
        <a:lstStyle/>
        <a:p>
          <a:endParaRPr lang="en-US"/>
        </a:p>
      </dgm:t>
    </dgm:pt>
    <dgm:pt modelId="{CFE9A0CC-0F8D-4E3F-9213-A4EBF33F6FDC}">
      <dgm:prSet phldrT="[Text]"/>
      <dgm:spPr/>
      <dgm:t>
        <a:bodyPr/>
        <a:lstStyle/>
        <a:p>
          <a:r>
            <a:rPr lang="en-US" dirty="0"/>
            <a:t>0.20</a:t>
          </a:r>
        </a:p>
      </dgm:t>
    </dgm:pt>
    <dgm:pt modelId="{23C17D36-F955-4010-991A-1954C8834ADC}" type="parTrans" cxnId="{9C9B2AA3-CFB3-482D-8B76-861D7546653F}">
      <dgm:prSet/>
      <dgm:spPr/>
      <dgm:t>
        <a:bodyPr/>
        <a:lstStyle/>
        <a:p>
          <a:endParaRPr lang="en-US"/>
        </a:p>
      </dgm:t>
    </dgm:pt>
    <dgm:pt modelId="{17BB69C0-F81D-4404-9147-D89F504371AA}" type="sibTrans" cxnId="{9C9B2AA3-CFB3-482D-8B76-861D7546653F}">
      <dgm:prSet/>
      <dgm:spPr/>
      <dgm:t>
        <a:bodyPr/>
        <a:lstStyle/>
        <a:p>
          <a:endParaRPr lang="en-US"/>
        </a:p>
      </dgm:t>
    </dgm:pt>
    <dgm:pt modelId="{525835ED-9442-4FA0-A875-EB55B5E20C72}">
      <dgm:prSet phldrT="[Text]"/>
      <dgm:spPr/>
      <dgm:t>
        <a:bodyPr/>
        <a:lstStyle/>
        <a:p>
          <a:r>
            <a:rPr lang="en-US" dirty="0"/>
            <a:t>-0.09</a:t>
          </a:r>
        </a:p>
      </dgm:t>
    </dgm:pt>
    <dgm:pt modelId="{3F2280BD-D977-43CE-8058-C9AC9539BF63}" type="parTrans" cxnId="{00400980-554B-4A3B-8346-CC5B44110943}">
      <dgm:prSet/>
      <dgm:spPr/>
      <dgm:t>
        <a:bodyPr/>
        <a:lstStyle/>
        <a:p>
          <a:endParaRPr lang="en-US"/>
        </a:p>
      </dgm:t>
    </dgm:pt>
    <dgm:pt modelId="{9AE07B6A-43C5-4EA0-9BD8-A30893E6433C}" type="sibTrans" cxnId="{00400980-554B-4A3B-8346-CC5B44110943}">
      <dgm:prSet/>
      <dgm:spPr/>
      <dgm:t>
        <a:bodyPr/>
        <a:lstStyle/>
        <a:p>
          <a:endParaRPr lang="en-US"/>
        </a:p>
      </dgm:t>
    </dgm:pt>
    <dgm:pt modelId="{51FDE035-1FBE-4227-B2C8-595432A9632F}">
      <dgm:prSet phldrT="[Text]"/>
      <dgm:spPr/>
      <dgm:t>
        <a:bodyPr/>
        <a:lstStyle/>
        <a:p>
          <a:r>
            <a:rPr lang="en-US"/>
            <a:t>-0.04</a:t>
          </a:r>
          <a:endParaRPr lang="en-US" dirty="0"/>
        </a:p>
      </dgm:t>
    </dgm:pt>
    <dgm:pt modelId="{628F3C51-3CB2-4706-9791-67DE1363611D}" type="parTrans" cxnId="{CABC2A76-0018-4E49-A4F3-9E16E0145B92}">
      <dgm:prSet/>
      <dgm:spPr/>
      <dgm:t>
        <a:bodyPr/>
        <a:lstStyle/>
        <a:p>
          <a:endParaRPr lang="en-US"/>
        </a:p>
      </dgm:t>
    </dgm:pt>
    <dgm:pt modelId="{4E631580-699A-4E21-B46E-10A42640D616}" type="sibTrans" cxnId="{CABC2A76-0018-4E49-A4F3-9E16E0145B92}">
      <dgm:prSet/>
      <dgm:spPr/>
      <dgm:t>
        <a:bodyPr/>
        <a:lstStyle/>
        <a:p>
          <a:endParaRPr lang="en-US"/>
        </a:p>
      </dgm:t>
    </dgm:pt>
    <dgm:pt modelId="{0E2AD169-DC98-43BC-BBB4-676C260B13ED}">
      <dgm:prSet phldrT="[Text]"/>
      <dgm:spPr/>
      <dgm:t>
        <a:bodyPr/>
        <a:lstStyle/>
        <a:p>
          <a:r>
            <a:rPr lang="en-US" dirty="0"/>
            <a:t>Engineered</a:t>
          </a:r>
        </a:p>
      </dgm:t>
    </dgm:pt>
    <dgm:pt modelId="{C90E0679-91DC-484E-9F66-E99C6BDCC646}" type="parTrans" cxnId="{F1CF9588-BD2C-485B-BC6C-E66434913BDF}">
      <dgm:prSet/>
      <dgm:spPr/>
      <dgm:t>
        <a:bodyPr/>
        <a:lstStyle/>
        <a:p>
          <a:endParaRPr lang="en-US"/>
        </a:p>
      </dgm:t>
    </dgm:pt>
    <dgm:pt modelId="{DA58402F-35D7-4CD4-8B46-045BA41CD4A9}" type="sibTrans" cxnId="{F1CF9588-BD2C-485B-BC6C-E66434913BDF}">
      <dgm:prSet/>
      <dgm:spPr/>
      <dgm:t>
        <a:bodyPr/>
        <a:lstStyle/>
        <a:p>
          <a:endParaRPr lang="en-US"/>
        </a:p>
      </dgm:t>
    </dgm:pt>
    <dgm:pt modelId="{FA60E2A6-B72E-40F8-9DE7-FB13FFD778F2}">
      <dgm:prSet phldrT="[Text]"/>
      <dgm:spPr/>
      <dgm:t>
        <a:bodyPr/>
        <a:lstStyle/>
        <a:p>
          <a:r>
            <a:rPr lang="en-US"/>
            <a:t>(not significant negative correlation)</a:t>
          </a:r>
          <a:endParaRPr lang="en-US" dirty="0"/>
        </a:p>
      </dgm:t>
    </dgm:pt>
    <dgm:pt modelId="{A6582B78-C984-46DB-92E5-9DD2D90BE92A}" type="parTrans" cxnId="{4CF91EF0-23A8-4484-B1CF-A16812071E75}">
      <dgm:prSet/>
      <dgm:spPr/>
      <dgm:t>
        <a:bodyPr/>
        <a:lstStyle/>
        <a:p>
          <a:endParaRPr lang="en-US"/>
        </a:p>
      </dgm:t>
    </dgm:pt>
    <dgm:pt modelId="{56CD92C5-CF8B-4D81-B536-07C5F89D1C7B}" type="sibTrans" cxnId="{4CF91EF0-23A8-4484-B1CF-A16812071E75}">
      <dgm:prSet/>
      <dgm:spPr/>
      <dgm:t>
        <a:bodyPr/>
        <a:lstStyle/>
        <a:p>
          <a:endParaRPr lang="en-US"/>
        </a:p>
      </dgm:t>
    </dgm:pt>
    <dgm:pt modelId="{2F93C309-76E3-40A0-87F4-F0436A0C3D97}">
      <dgm:prSet phldrT="[Text]"/>
      <dgm:spPr/>
      <dgm:t>
        <a:bodyPr/>
        <a:lstStyle/>
        <a:p>
          <a:r>
            <a:rPr lang="en-US"/>
            <a:t>(not significant negative correlation)</a:t>
          </a:r>
          <a:endParaRPr lang="en-US" dirty="0"/>
        </a:p>
      </dgm:t>
    </dgm:pt>
    <dgm:pt modelId="{7E342624-FB29-4AA8-B0C2-481496ED9609}" type="parTrans" cxnId="{52564A47-5E2F-4A05-8619-4D903D3B26A3}">
      <dgm:prSet/>
      <dgm:spPr/>
      <dgm:t>
        <a:bodyPr/>
        <a:lstStyle/>
        <a:p>
          <a:endParaRPr lang="en-US"/>
        </a:p>
      </dgm:t>
    </dgm:pt>
    <dgm:pt modelId="{506958B5-D77D-4049-A020-72C80CE01358}" type="sibTrans" cxnId="{52564A47-5E2F-4A05-8619-4D903D3B26A3}">
      <dgm:prSet/>
      <dgm:spPr/>
      <dgm:t>
        <a:bodyPr/>
        <a:lstStyle/>
        <a:p>
          <a:endParaRPr lang="en-US"/>
        </a:p>
      </dgm:t>
    </dgm:pt>
    <dgm:pt modelId="{44642D30-E644-42F9-9367-93AA63B18D16}">
      <dgm:prSet phldrT="[Text]"/>
      <dgm:spPr/>
      <dgm:t>
        <a:bodyPr/>
        <a:lstStyle/>
        <a:p>
          <a:r>
            <a:rPr lang="en-US"/>
            <a:t>(weak positive correlation)</a:t>
          </a:r>
          <a:endParaRPr lang="en-US" dirty="0"/>
        </a:p>
      </dgm:t>
    </dgm:pt>
    <dgm:pt modelId="{7C15EFBC-9A20-44D7-9FE5-8522EA890027}" type="parTrans" cxnId="{3A1DFF63-6877-4AD8-A3CD-B7B44D828F55}">
      <dgm:prSet/>
      <dgm:spPr/>
      <dgm:t>
        <a:bodyPr/>
        <a:lstStyle/>
        <a:p>
          <a:endParaRPr lang="en-US"/>
        </a:p>
      </dgm:t>
    </dgm:pt>
    <dgm:pt modelId="{572286DD-D153-4C69-A22A-88808ADFA5AB}" type="sibTrans" cxnId="{3A1DFF63-6877-4AD8-A3CD-B7B44D828F55}">
      <dgm:prSet/>
      <dgm:spPr/>
      <dgm:t>
        <a:bodyPr/>
        <a:lstStyle/>
        <a:p>
          <a:endParaRPr lang="en-US"/>
        </a:p>
      </dgm:t>
    </dgm:pt>
    <dgm:pt modelId="{D397B252-85FF-431E-A7BE-D8120D5290C5}" type="pres">
      <dgm:prSet presAssocID="{610F6CCB-4BAB-4A18-8348-B226B5C4C1AD}" presName="Name0" presStyleCnt="0">
        <dgm:presLayoutVars>
          <dgm:chPref val="1"/>
          <dgm:dir/>
          <dgm:animOne val="branch"/>
          <dgm:animLvl val="lvl"/>
          <dgm:resizeHandles/>
        </dgm:presLayoutVars>
      </dgm:prSet>
      <dgm:spPr/>
    </dgm:pt>
    <dgm:pt modelId="{10EC1BD0-2E66-4736-88CA-4472D68AC5C0}" type="pres">
      <dgm:prSet presAssocID="{E51A0305-F65D-401B-A67E-1883B7C5DC8B}" presName="vertOne" presStyleCnt="0"/>
      <dgm:spPr/>
    </dgm:pt>
    <dgm:pt modelId="{43391FA6-6504-4C15-99A7-179367B3DF60}" type="pres">
      <dgm:prSet presAssocID="{E51A0305-F65D-401B-A67E-1883B7C5DC8B}" presName="txOne" presStyleLbl="node0" presStyleIdx="0" presStyleCnt="1" custLinFactNeighborX="-532">
        <dgm:presLayoutVars>
          <dgm:chPref val="3"/>
        </dgm:presLayoutVars>
      </dgm:prSet>
      <dgm:spPr/>
    </dgm:pt>
    <dgm:pt modelId="{8A42C2EA-11E5-4D36-BE9E-91B651B4F452}" type="pres">
      <dgm:prSet presAssocID="{E51A0305-F65D-401B-A67E-1883B7C5DC8B}" presName="parTransOne" presStyleCnt="0"/>
      <dgm:spPr/>
    </dgm:pt>
    <dgm:pt modelId="{B935B529-B07B-450C-9A03-EA336A12A270}" type="pres">
      <dgm:prSet presAssocID="{E51A0305-F65D-401B-A67E-1883B7C5DC8B}" presName="horzOne" presStyleCnt="0"/>
      <dgm:spPr/>
    </dgm:pt>
    <dgm:pt modelId="{4A974C27-D39F-4B5A-8251-647047107C69}" type="pres">
      <dgm:prSet presAssocID="{D30CC969-327A-45DA-A5DD-9B9F79444180}" presName="vertTwo" presStyleCnt="0"/>
      <dgm:spPr/>
    </dgm:pt>
    <dgm:pt modelId="{B80563B0-74C9-402C-B612-BEB039CBA4B3}" type="pres">
      <dgm:prSet presAssocID="{D30CC969-327A-45DA-A5DD-9B9F79444180}" presName="txTwo" presStyleLbl="node2" presStyleIdx="0" presStyleCnt="2">
        <dgm:presLayoutVars>
          <dgm:chPref val="3"/>
        </dgm:presLayoutVars>
      </dgm:prSet>
      <dgm:spPr/>
    </dgm:pt>
    <dgm:pt modelId="{B4AFA7AC-F475-4D8D-A5AE-E6491582AE61}" type="pres">
      <dgm:prSet presAssocID="{D30CC969-327A-45DA-A5DD-9B9F79444180}" presName="parTransTwo" presStyleCnt="0"/>
      <dgm:spPr/>
    </dgm:pt>
    <dgm:pt modelId="{15EE4909-908D-442A-82B3-EA4B0FA0C531}" type="pres">
      <dgm:prSet presAssocID="{D30CC969-327A-45DA-A5DD-9B9F79444180}" presName="horzTwo" presStyleCnt="0"/>
      <dgm:spPr/>
    </dgm:pt>
    <dgm:pt modelId="{C2A2B944-78CC-4151-A843-804AD4C6EC44}" type="pres">
      <dgm:prSet presAssocID="{ABB3BAD6-A7DB-43F4-B65A-5F79EC0ABC4E}" presName="vertThree" presStyleCnt="0"/>
      <dgm:spPr/>
    </dgm:pt>
    <dgm:pt modelId="{401CF77D-6B93-4FE5-8AB2-3EF15241ACD2}" type="pres">
      <dgm:prSet presAssocID="{ABB3BAD6-A7DB-43F4-B65A-5F79EC0ABC4E}" presName="txThree" presStyleLbl="node3" presStyleIdx="0" presStyleCnt="3">
        <dgm:presLayoutVars>
          <dgm:chPref val="3"/>
        </dgm:presLayoutVars>
      </dgm:prSet>
      <dgm:spPr/>
    </dgm:pt>
    <dgm:pt modelId="{24B6A4D4-7E77-48F9-ACE0-05AC234E13DA}" type="pres">
      <dgm:prSet presAssocID="{ABB3BAD6-A7DB-43F4-B65A-5F79EC0ABC4E}" presName="parTransThree" presStyleCnt="0"/>
      <dgm:spPr/>
    </dgm:pt>
    <dgm:pt modelId="{A947BB16-C6DC-41B0-BA63-FF85F4CE3A00}" type="pres">
      <dgm:prSet presAssocID="{ABB3BAD6-A7DB-43F4-B65A-5F79EC0ABC4E}" presName="horzThree" presStyleCnt="0"/>
      <dgm:spPr/>
    </dgm:pt>
    <dgm:pt modelId="{A42281C2-7D9E-4DD4-B3A4-18BB080518B7}" type="pres">
      <dgm:prSet presAssocID="{CFE9A0CC-0F8D-4E3F-9213-A4EBF33F6FDC}" presName="vertFour" presStyleCnt="0">
        <dgm:presLayoutVars>
          <dgm:chPref val="3"/>
        </dgm:presLayoutVars>
      </dgm:prSet>
      <dgm:spPr/>
    </dgm:pt>
    <dgm:pt modelId="{8F7B9449-2860-4D05-9E66-B87F72BAFE32}" type="pres">
      <dgm:prSet presAssocID="{CFE9A0CC-0F8D-4E3F-9213-A4EBF33F6FDC}" presName="txFour" presStyleLbl="node4" presStyleIdx="0" presStyleCnt="6">
        <dgm:presLayoutVars>
          <dgm:chPref val="3"/>
        </dgm:presLayoutVars>
      </dgm:prSet>
      <dgm:spPr/>
    </dgm:pt>
    <dgm:pt modelId="{F669A83B-C29D-4995-AB49-A258D51D0E31}" type="pres">
      <dgm:prSet presAssocID="{CFE9A0CC-0F8D-4E3F-9213-A4EBF33F6FDC}" presName="parTransFour" presStyleCnt="0"/>
      <dgm:spPr/>
    </dgm:pt>
    <dgm:pt modelId="{96C9DB10-A2F0-4111-98D6-15FF45E3A6CF}" type="pres">
      <dgm:prSet presAssocID="{CFE9A0CC-0F8D-4E3F-9213-A4EBF33F6FDC}" presName="horzFour" presStyleCnt="0"/>
      <dgm:spPr/>
    </dgm:pt>
    <dgm:pt modelId="{A4EC5934-2137-424E-88AC-60CCB8ED2DCB}" type="pres">
      <dgm:prSet presAssocID="{44642D30-E644-42F9-9367-93AA63B18D16}" presName="vertFour" presStyleCnt="0">
        <dgm:presLayoutVars>
          <dgm:chPref val="3"/>
        </dgm:presLayoutVars>
      </dgm:prSet>
      <dgm:spPr/>
    </dgm:pt>
    <dgm:pt modelId="{9C7AB52B-84E7-4D09-9A8A-1E8B5EC59A65}" type="pres">
      <dgm:prSet presAssocID="{44642D30-E644-42F9-9367-93AA63B18D16}" presName="txFour" presStyleLbl="node4" presStyleIdx="1" presStyleCnt="6">
        <dgm:presLayoutVars>
          <dgm:chPref val="3"/>
        </dgm:presLayoutVars>
      </dgm:prSet>
      <dgm:spPr/>
    </dgm:pt>
    <dgm:pt modelId="{54A0D51B-0ECB-4FAE-8457-FD9A43031591}" type="pres">
      <dgm:prSet presAssocID="{44642D30-E644-42F9-9367-93AA63B18D16}" presName="horzFour" presStyleCnt="0"/>
      <dgm:spPr/>
    </dgm:pt>
    <dgm:pt modelId="{F8FC91E9-33B2-4E60-9DB1-419B7653D14F}" type="pres">
      <dgm:prSet presAssocID="{6337D0C5-72CA-40E4-896B-E8289533DC1B}" presName="sibSpaceThree" presStyleCnt="0"/>
      <dgm:spPr/>
    </dgm:pt>
    <dgm:pt modelId="{B562A6E2-1A52-4C31-AD5B-9747E8EF2FFA}" type="pres">
      <dgm:prSet presAssocID="{F83E89DD-C727-4CAC-8793-B2B8D0C2BAB8}" presName="vertThree" presStyleCnt="0"/>
      <dgm:spPr/>
    </dgm:pt>
    <dgm:pt modelId="{338E4AF4-8340-42A7-AF6C-C9CD0706F266}" type="pres">
      <dgm:prSet presAssocID="{F83E89DD-C727-4CAC-8793-B2B8D0C2BAB8}" presName="txThree" presStyleLbl="node3" presStyleIdx="1" presStyleCnt="3">
        <dgm:presLayoutVars>
          <dgm:chPref val="3"/>
        </dgm:presLayoutVars>
      </dgm:prSet>
      <dgm:spPr/>
    </dgm:pt>
    <dgm:pt modelId="{096093C4-CD60-4D92-A2AC-995ED92E77C8}" type="pres">
      <dgm:prSet presAssocID="{F83E89DD-C727-4CAC-8793-B2B8D0C2BAB8}" presName="parTransThree" presStyleCnt="0"/>
      <dgm:spPr/>
    </dgm:pt>
    <dgm:pt modelId="{F31B7143-008F-4D78-B7D1-D1C25BA47864}" type="pres">
      <dgm:prSet presAssocID="{F83E89DD-C727-4CAC-8793-B2B8D0C2BAB8}" presName="horzThree" presStyleCnt="0"/>
      <dgm:spPr/>
    </dgm:pt>
    <dgm:pt modelId="{B3DE8619-2CF3-47EC-9FBE-18BABDA7D268}" type="pres">
      <dgm:prSet presAssocID="{525835ED-9442-4FA0-A875-EB55B5E20C72}" presName="vertFour" presStyleCnt="0">
        <dgm:presLayoutVars>
          <dgm:chPref val="3"/>
        </dgm:presLayoutVars>
      </dgm:prSet>
      <dgm:spPr/>
    </dgm:pt>
    <dgm:pt modelId="{57FF9E82-DDA4-4678-88BA-98DEDB809982}" type="pres">
      <dgm:prSet presAssocID="{525835ED-9442-4FA0-A875-EB55B5E20C72}" presName="txFour" presStyleLbl="node4" presStyleIdx="2" presStyleCnt="6">
        <dgm:presLayoutVars>
          <dgm:chPref val="3"/>
        </dgm:presLayoutVars>
      </dgm:prSet>
      <dgm:spPr/>
    </dgm:pt>
    <dgm:pt modelId="{3BA3C61C-C487-4E97-B13C-A56A041A47F7}" type="pres">
      <dgm:prSet presAssocID="{525835ED-9442-4FA0-A875-EB55B5E20C72}" presName="parTransFour" presStyleCnt="0"/>
      <dgm:spPr/>
    </dgm:pt>
    <dgm:pt modelId="{4E342F4F-2C0F-4A73-9499-E8B66C52E960}" type="pres">
      <dgm:prSet presAssocID="{525835ED-9442-4FA0-A875-EB55B5E20C72}" presName="horzFour" presStyleCnt="0"/>
      <dgm:spPr/>
    </dgm:pt>
    <dgm:pt modelId="{1DF9EE99-D146-4BA3-9F02-FDA33E1FFD1C}" type="pres">
      <dgm:prSet presAssocID="{FA60E2A6-B72E-40F8-9DE7-FB13FFD778F2}" presName="vertFour" presStyleCnt="0">
        <dgm:presLayoutVars>
          <dgm:chPref val="3"/>
        </dgm:presLayoutVars>
      </dgm:prSet>
      <dgm:spPr/>
    </dgm:pt>
    <dgm:pt modelId="{D9819BEB-5DF2-45FA-A3D4-770C690734FD}" type="pres">
      <dgm:prSet presAssocID="{FA60E2A6-B72E-40F8-9DE7-FB13FFD778F2}" presName="txFour" presStyleLbl="node4" presStyleIdx="3" presStyleCnt="6">
        <dgm:presLayoutVars>
          <dgm:chPref val="3"/>
        </dgm:presLayoutVars>
      </dgm:prSet>
      <dgm:spPr/>
    </dgm:pt>
    <dgm:pt modelId="{C79D128D-CB05-4065-A5E5-5B449371AF26}" type="pres">
      <dgm:prSet presAssocID="{FA60E2A6-B72E-40F8-9DE7-FB13FFD778F2}" presName="horzFour" presStyleCnt="0"/>
      <dgm:spPr/>
    </dgm:pt>
    <dgm:pt modelId="{E754D561-7DBB-4AE5-9D11-6C38271A2667}" type="pres">
      <dgm:prSet presAssocID="{10FCA6B0-BEB2-49D7-A31C-C05451A0AFAD}" presName="sibSpaceTwo" presStyleCnt="0"/>
      <dgm:spPr/>
    </dgm:pt>
    <dgm:pt modelId="{2979F1CB-9AE4-4DFC-B623-CC0D2EE57932}" type="pres">
      <dgm:prSet presAssocID="{0E2AD169-DC98-43BC-BBB4-676C260B13ED}" presName="vertTwo" presStyleCnt="0"/>
      <dgm:spPr/>
    </dgm:pt>
    <dgm:pt modelId="{40309017-0293-4A83-8492-616057F46854}" type="pres">
      <dgm:prSet presAssocID="{0E2AD169-DC98-43BC-BBB4-676C260B13ED}" presName="txTwo" presStyleLbl="node2" presStyleIdx="1" presStyleCnt="2">
        <dgm:presLayoutVars>
          <dgm:chPref val="3"/>
        </dgm:presLayoutVars>
      </dgm:prSet>
      <dgm:spPr/>
    </dgm:pt>
    <dgm:pt modelId="{DC5AB656-5D41-4D0E-A50B-01D9F8F9ADB5}" type="pres">
      <dgm:prSet presAssocID="{0E2AD169-DC98-43BC-BBB4-676C260B13ED}" presName="parTransTwo" presStyleCnt="0"/>
      <dgm:spPr/>
    </dgm:pt>
    <dgm:pt modelId="{35C04099-A02D-470E-A327-AA5E19ADC9DC}" type="pres">
      <dgm:prSet presAssocID="{0E2AD169-DC98-43BC-BBB4-676C260B13ED}" presName="horzTwo" presStyleCnt="0"/>
      <dgm:spPr/>
    </dgm:pt>
    <dgm:pt modelId="{FBDA452B-C7F1-435D-82A8-D088C23798AA}" type="pres">
      <dgm:prSet presAssocID="{AB26D4B4-571B-40B8-9955-66E9719957CD}" presName="vertThree" presStyleCnt="0"/>
      <dgm:spPr/>
    </dgm:pt>
    <dgm:pt modelId="{57F27E97-07B6-4DCB-9429-EF3D2DEB4679}" type="pres">
      <dgm:prSet presAssocID="{AB26D4B4-571B-40B8-9955-66E9719957CD}" presName="txThree" presStyleLbl="node3" presStyleIdx="2" presStyleCnt="3">
        <dgm:presLayoutVars>
          <dgm:chPref val="3"/>
        </dgm:presLayoutVars>
      </dgm:prSet>
      <dgm:spPr/>
    </dgm:pt>
    <dgm:pt modelId="{ECAA4300-3CB3-4B0A-BE9A-9FE4CAF7C6C7}" type="pres">
      <dgm:prSet presAssocID="{AB26D4B4-571B-40B8-9955-66E9719957CD}" presName="parTransThree" presStyleCnt="0"/>
      <dgm:spPr/>
    </dgm:pt>
    <dgm:pt modelId="{B26F96FA-5BA4-4A54-966E-A1C9B641D373}" type="pres">
      <dgm:prSet presAssocID="{AB26D4B4-571B-40B8-9955-66E9719957CD}" presName="horzThree" presStyleCnt="0"/>
      <dgm:spPr/>
    </dgm:pt>
    <dgm:pt modelId="{3CF7E7DF-4C3F-46FC-8E46-7032271C25FE}" type="pres">
      <dgm:prSet presAssocID="{51FDE035-1FBE-4227-B2C8-595432A9632F}" presName="vertFour" presStyleCnt="0">
        <dgm:presLayoutVars>
          <dgm:chPref val="3"/>
        </dgm:presLayoutVars>
      </dgm:prSet>
      <dgm:spPr/>
    </dgm:pt>
    <dgm:pt modelId="{0B7D006D-A1C2-4DBA-9254-DE3A22BB0D11}" type="pres">
      <dgm:prSet presAssocID="{51FDE035-1FBE-4227-B2C8-595432A9632F}" presName="txFour" presStyleLbl="node4" presStyleIdx="4" presStyleCnt="6">
        <dgm:presLayoutVars>
          <dgm:chPref val="3"/>
        </dgm:presLayoutVars>
      </dgm:prSet>
      <dgm:spPr/>
    </dgm:pt>
    <dgm:pt modelId="{18862807-20BA-4BB7-9BF0-E8DB170A9870}" type="pres">
      <dgm:prSet presAssocID="{51FDE035-1FBE-4227-B2C8-595432A9632F}" presName="parTransFour" presStyleCnt="0"/>
      <dgm:spPr/>
    </dgm:pt>
    <dgm:pt modelId="{C66AC8F5-19B4-486A-8E32-550573CF8885}" type="pres">
      <dgm:prSet presAssocID="{51FDE035-1FBE-4227-B2C8-595432A9632F}" presName="horzFour" presStyleCnt="0"/>
      <dgm:spPr/>
    </dgm:pt>
    <dgm:pt modelId="{D14BE5A7-71DA-4AD3-ABEA-A488F99222E2}" type="pres">
      <dgm:prSet presAssocID="{2F93C309-76E3-40A0-87F4-F0436A0C3D97}" presName="vertFour" presStyleCnt="0">
        <dgm:presLayoutVars>
          <dgm:chPref val="3"/>
        </dgm:presLayoutVars>
      </dgm:prSet>
      <dgm:spPr/>
    </dgm:pt>
    <dgm:pt modelId="{277BDBFD-4BFF-4F31-9183-EF0FD2EBFAF1}" type="pres">
      <dgm:prSet presAssocID="{2F93C309-76E3-40A0-87F4-F0436A0C3D97}" presName="txFour" presStyleLbl="node4" presStyleIdx="5" presStyleCnt="6">
        <dgm:presLayoutVars>
          <dgm:chPref val="3"/>
        </dgm:presLayoutVars>
      </dgm:prSet>
      <dgm:spPr/>
    </dgm:pt>
    <dgm:pt modelId="{0E04076F-578E-48F7-B10F-BE0517E8D28F}" type="pres">
      <dgm:prSet presAssocID="{2F93C309-76E3-40A0-87F4-F0436A0C3D97}" presName="horzFour" presStyleCnt="0"/>
      <dgm:spPr/>
    </dgm:pt>
  </dgm:ptLst>
  <dgm:cxnLst>
    <dgm:cxn modelId="{C3B26A0B-4DAA-4317-8F8A-F022EA2F82E1}" type="presOf" srcId="{525835ED-9442-4FA0-A875-EB55B5E20C72}" destId="{57FF9E82-DDA4-4678-88BA-98DEDB809982}" srcOrd="0" destOrd="0" presId="urn:microsoft.com/office/officeart/2005/8/layout/hierarchy4"/>
    <dgm:cxn modelId="{1047F521-0976-4ED2-98B9-E00AF3EB85A0}" srcId="{0E2AD169-DC98-43BC-BBB4-676C260B13ED}" destId="{AB26D4B4-571B-40B8-9955-66E9719957CD}" srcOrd="0" destOrd="0" parTransId="{CFB3B96B-D5E2-462F-A8B2-6EF35D98E7D6}" sibTransId="{5C3E613C-B8FC-4F33-AC16-3CF2DBF7143A}"/>
    <dgm:cxn modelId="{6F807C3C-A73D-4A0A-AAE8-DF00B64F0F61}" type="presOf" srcId="{610F6CCB-4BAB-4A18-8348-B226B5C4C1AD}" destId="{D397B252-85FF-431E-A7BE-D8120D5290C5}" srcOrd="0" destOrd="0" presId="urn:microsoft.com/office/officeart/2005/8/layout/hierarchy4"/>
    <dgm:cxn modelId="{A404D761-BEFE-4ECB-BC5D-2767908AD4B4}" type="presOf" srcId="{51FDE035-1FBE-4227-B2C8-595432A9632F}" destId="{0B7D006D-A1C2-4DBA-9254-DE3A22BB0D11}" srcOrd="0" destOrd="0" presId="urn:microsoft.com/office/officeart/2005/8/layout/hierarchy4"/>
    <dgm:cxn modelId="{3A1DFF63-6877-4AD8-A3CD-B7B44D828F55}" srcId="{CFE9A0CC-0F8D-4E3F-9213-A4EBF33F6FDC}" destId="{44642D30-E644-42F9-9367-93AA63B18D16}" srcOrd="0" destOrd="0" parTransId="{7C15EFBC-9A20-44D7-9FE5-8522EA890027}" sibTransId="{572286DD-D153-4C69-A22A-88808ADFA5AB}"/>
    <dgm:cxn modelId="{C588AB44-F16E-46B0-BB7C-317CF4250FB0}" type="presOf" srcId="{AB26D4B4-571B-40B8-9955-66E9719957CD}" destId="{57F27E97-07B6-4DCB-9429-EF3D2DEB4679}" srcOrd="0" destOrd="0" presId="urn:microsoft.com/office/officeart/2005/8/layout/hierarchy4"/>
    <dgm:cxn modelId="{60F1AD45-8BF2-46B1-91CE-A54FEA0A2602}" type="presOf" srcId="{D30CC969-327A-45DA-A5DD-9B9F79444180}" destId="{B80563B0-74C9-402C-B612-BEB039CBA4B3}" srcOrd="0" destOrd="0" presId="urn:microsoft.com/office/officeart/2005/8/layout/hierarchy4"/>
    <dgm:cxn modelId="{508FE765-DC3A-45B2-89BD-F4634479476A}" type="presOf" srcId="{CFE9A0CC-0F8D-4E3F-9213-A4EBF33F6FDC}" destId="{8F7B9449-2860-4D05-9E66-B87F72BAFE32}" srcOrd="0" destOrd="0" presId="urn:microsoft.com/office/officeart/2005/8/layout/hierarchy4"/>
    <dgm:cxn modelId="{52564A47-5E2F-4A05-8619-4D903D3B26A3}" srcId="{51FDE035-1FBE-4227-B2C8-595432A9632F}" destId="{2F93C309-76E3-40A0-87F4-F0436A0C3D97}" srcOrd="0" destOrd="0" parTransId="{7E342624-FB29-4AA8-B0C2-481496ED9609}" sibTransId="{506958B5-D77D-4049-A020-72C80CE01358}"/>
    <dgm:cxn modelId="{4F05AC6E-D38F-4BF4-A413-F5B3FBC736D9}" srcId="{D30CC969-327A-45DA-A5DD-9B9F79444180}" destId="{ABB3BAD6-A7DB-43F4-B65A-5F79EC0ABC4E}" srcOrd="0" destOrd="0" parTransId="{69B15BDB-2BB2-48E5-854B-192AE09727BB}" sibTransId="{6337D0C5-72CA-40E4-896B-E8289533DC1B}"/>
    <dgm:cxn modelId="{7A5FD76F-84FA-417E-8F46-6B8F324B6318}" type="presOf" srcId="{0E2AD169-DC98-43BC-BBB4-676C260B13ED}" destId="{40309017-0293-4A83-8492-616057F46854}" srcOrd="0" destOrd="0" presId="urn:microsoft.com/office/officeart/2005/8/layout/hierarchy4"/>
    <dgm:cxn modelId="{52F28470-43ED-4E19-B866-B24ED2338A1E}" type="presOf" srcId="{E51A0305-F65D-401B-A67E-1883B7C5DC8B}" destId="{43391FA6-6504-4C15-99A7-179367B3DF60}" srcOrd="0" destOrd="0" presId="urn:microsoft.com/office/officeart/2005/8/layout/hierarchy4"/>
    <dgm:cxn modelId="{CABC2A76-0018-4E49-A4F3-9E16E0145B92}" srcId="{AB26D4B4-571B-40B8-9955-66E9719957CD}" destId="{51FDE035-1FBE-4227-B2C8-595432A9632F}" srcOrd="0" destOrd="0" parTransId="{628F3C51-3CB2-4706-9791-67DE1363611D}" sibTransId="{4E631580-699A-4E21-B46E-10A42640D616}"/>
    <dgm:cxn modelId="{FAAFD97B-735A-4048-BFBA-E87987D2EF80}" srcId="{610F6CCB-4BAB-4A18-8348-B226B5C4C1AD}" destId="{E51A0305-F65D-401B-A67E-1883B7C5DC8B}" srcOrd="0" destOrd="0" parTransId="{90BB8F66-E692-4B6B-91CF-E96EFAC9C6CA}" sibTransId="{317F2354-3203-4FBA-B7BF-44181DED1DD8}"/>
    <dgm:cxn modelId="{00400980-554B-4A3B-8346-CC5B44110943}" srcId="{F83E89DD-C727-4CAC-8793-B2B8D0C2BAB8}" destId="{525835ED-9442-4FA0-A875-EB55B5E20C72}" srcOrd="0" destOrd="0" parTransId="{3F2280BD-D977-43CE-8058-C9AC9539BF63}" sibTransId="{9AE07B6A-43C5-4EA0-9BD8-A30893E6433C}"/>
    <dgm:cxn modelId="{F1CF9588-BD2C-485B-BC6C-E66434913BDF}" srcId="{E51A0305-F65D-401B-A67E-1883B7C5DC8B}" destId="{0E2AD169-DC98-43BC-BBB4-676C260B13ED}" srcOrd="1" destOrd="0" parTransId="{C90E0679-91DC-484E-9F66-E99C6BDCC646}" sibTransId="{DA58402F-35D7-4CD4-8B46-045BA41CD4A9}"/>
    <dgm:cxn modelId="{B7AAE0A0-0A85-49AD-9805-11CE5D29C96A}" srcId="{E51A0305-F65D-401B-A67E-1883B7C5DC8B}" destId="{D30CC969-327A-45DA-A5DD-9B9F79444180}" srcOrd="0" destOrd="0" parTransId="{3A846330-4415-47EB-AD1D-DB332FC3F1D0}" sibTransId="{10FCA6B0-BEB2-49D7-A31C-C05451A0AFAD}"/>
    <dgm:cxn modelId="{9C9B2AA3-CFB3-482D-8B76-861D7546653F}" srcId="{ABB3BAD6-A7DB-43F4-B65A-5F79EC0ABC4E}" destId="{CFE9A0CC-0F8D-4E3F-9213-A4EBF33F6FDC}" srcOrd="0" destOrd="0" parTransId="{23C17D36-F955-4010-991A-1954C8834ADC}" sibTransId="{17BB69C0-F81D-4404-9147-D89F504371AA}"/>
    <dgm:cxn modelId="{1E6961A5-622C-44BE-8EBA-9A2406620131}" srcId="{D30CC969-327A-45DA-A5DD-9B9F79444180}" destId="{F83E89DD-C727-4CAC-8793-B2B8D0C2BAB8}" srcOrd="1" destOrd="0" parTransId="{2DEC868E-CA82-46E0-A688-4E2CEC6C595C}" sibTransId="{2DDA9CDF-A417-415C-9079-1F77CA98ED33}"/>
    <dgm:cxn modelId="{8DEB6FC5-BA7F-43BF-B222-85C572C1A20F}" type="presOf" srcId="{F83E89DD-C727-4CAC-8793-B2B8D0C2BAB8}" destId="{338E4AF4-8340-42A7-AF6C-C9CD0706F266}" srcOrd="0" destOrd="0" presId="urn:microsoft.com/office/officeart/2005/8/layout/hierarchy4"/>
    <dgm:cxn modelId="{C90F19CD-00B3-4631-8B35-B7F1A33F0645}" type="presOf" srcId="{2F93C309-76E3-40A0-87F4-F0436A0C3D97}" destId="{277BDBFD-4BFF-4F31-9183-EF0FD2EBFAF1}" srcOrd="0" destOrd="0" presId="urn:microsoft.com/office/officeart/2005/8/layout/hierarchy4"/>
    <dgm:cxn modelId="{A02C0FE1-9066-4E2A-B25F-3673AE560022}" type="presOf" srcId="{FA60E2A6-B72E-40F8-9DE7-FB13FFD778F2}" destId="{D9819BEB-5DF2-45FA-A3D4-770C690734FD}" srcOrd="0" destOrd="0" presId="urn:microsoft.com/office/officeart/2005/8/layout/hierarchy4"/>
    <dgm:cxn modelId="{EE0A69E3-B356-4928-861F-3ABE0A0C1591}" type="presOf" srcId="{ABB3BAD6-A7DB-43F4-B65A-5F79EC0ABC4E}" destId="{401CF77D-6B93-4FE5-8AB2-3EF15241ACD2}" srcOrd="0" destOrd="0" presId="urn:microsoft.com/office/officeart/2005/8/layout/hierarchy4"/>
    <dgm:cxn modelId="{CA2062E9-CD69-45AB-9852-01E3216F5965}" type="presOf" srcId="{44642D30-E644-42F9-9367-93AA63B18D16}" destId="{9C7AB52B-84E7-4D09-9A8A-1E8B5EC59A65}" srcOrd="0" destOrd="0" presId="urn:microsoft.com/office/officeart/2005/8/layout/hierarchy4"/>
    <dgm:cxn modelId="{4CF91EF0-23A8-4484-B1CF-A16812071E75}" srcId="{525835ED-9442-4FA0-A875-EB55B5E20C72}" destId="{FA60E2A6-B72E-40F8-9DE7-FB13FFD778F2}" srcOrd="0" destOrd="0" parTransId="{A6582B78-C984-46DB-92E5-9DD2D90BE92A}" sibTransId="{56CD92C5-CF8B-4D81-B536-07C5F89D1C7B}"/>
    <dgm:cxn modelId="{FB9D55E2-FA0B-49FB-9CDD-9ED525CBC125}" type="presParOf" srcId="{D397B252-85FF-431E-A7BE-D8120D5290C5}" destId="{10EC1BD0-2E66-4736-88CA-4472D68AC5C0}" srcOrd="0" destOrd="0" presId="urn:microsoft.com/office/officeart/2005/8/layout/hierarchy4"/>
    <dgm:cxn modelId="{35C169EC-A15A-4C87-8668-8EA8F67EF152}" type="presParOf" srcId="{10EC1BD0-2E66-4736-88CA-4472D68AC5C0}" destId="{43391FA6-6504-4C15-99A7-179367B3DF60}" srcOrd="0" destOrd="0" presId="urn:microsoft.com/office/officeart/2005/8/layout/hierarchy4"/>
    <dgm:cxn modelId="{A23EF77A-B775-4F3D-8458-371E88F51488}" type="presParOf" srcId="{10EC1BD0-2E66-4736-88CA-4472D68AC5C0}" destId="{8A42C2EA-11E5-4D36-BE9E-91B651B4F452}" srcOrd="1" destOrd="0" presId="urn:microsoft.com/office/officeart/2005/8/layout/hierarchy4"/>
    <dgm:cxn modelId="{A3F234B8-939D-43DE-86BB-BF1207DF09F6}" type="presParOf" srcId="{10EC1BD0-2E66-4736-88CA-4472D68AC5C0}" destId="{B935B529-B07B-450C-9A03-EA336A12A270}" srcOrd="2" destOrd="0" presId="urn:microsoft.com/office/officeart/2005/8/layout/hierarchy4"/>
    <dgm:cxn modelId="{5E4F45F2-A589-458A-9576-47A7EFD50437}" type="presParOf" srcId="{B935B529-B07B-450C-9A03-EA336A12A270}" destId="{4A974C27-D39F-4B5A-8251-647047107C69}" srcOrd="0" destOrd="0" presId="urn:microsoft.com/office/officeart/2005/8/layout/hierarchy4"/>
    <dgm:cxn modelId="{E836EDA5-A561-41F9-BA1B-AFD68FECAAEE}" type="presParOf" srcId="{4A974C27-D39F-4B5A-8251-647047107C69}" destId="{B80563B0-74C9-402C-B612-BEB039CBA4B3}" srcOrd="0" destOrd="0" presId="urn:microsoft.com/office/officeart/2005/8/layout/hierarchy4"/>
    <dgm:cxn modelId="{F2D1F283-29F0-43EB-99F0-E9531C5F10D3}" type="presParOf" srcId="{4A974C27-D39F-4B5A-8251-647047107C69}" destId="{B4AFA7AC-F475-4D8D-A5AE-E6491582AE61}" srcOrd="1" destOrd="0" presId="urn:microsoft.com/office/officeart/2005/8/layout/hierarchy4"/>
    <dgm:cxn modelId="{26947F79-E9DF-43E5-A92D-664F344B89D2}" type="presParOf" srcId="{4A974C27-D39F-4B5A-8251-647047107C69}" destId="{15EE4909-908D-442A-82B3-EA4B0FA0C531}" srcOrd="2" destOrd="0" presId="urn:microsoft.com/office/officeart/2005/8/layout/hierarchy4"/>
    <dgm:cxn modelId="{3838C188-93FA-4D0B-934B-0D6A2838953E}" type="presParOf" srcId="{15EE4909-908D-442A-82B3-EA4B0FA0C531}" destId="{C2A2B944-78CC-4151-A843-804AD4C6EC44}" srcOrd="0" destOrd="0" presId="urn:microsoft.com/office/officeart/2005/8/layout/hierarchy4"/>
    <dgm:cxn modelId="{F7BB09D1-8344-4F87-9D90-9DC540514CD0}" type="presParOf" srcId="{C2A2B944-78CC-4151-A843-804AD4C6EC44}" destId="{401CF77D-6B93-4FE5-8AB2-3EF15241ACD2}" srcOrd="0" destOrd="0" presId="urn:microsoft.com/office/officeart/2005/8/layout/hierarchy4"/>
    <dgm:cxn modelId="{35760AD3-0533-42EB-8FB7-56832FFAE911}" type="presParOf" srcId="{C2A2B944-78CC-4151-A843-804AD4C6EC44}" destId="{24B6A4D4-7E77-48F9-ACE0-05AC234E13DA}" srcOrd="1" destOrd="0" presId="urn:microsoft.com/office/officeart/2005/8/layout/hierarchy4"/>
    <dgm:cxn modelId="{B1F73B9B-CB56-4EE3-B04A-7D01BEBE4DA0}" type="presParOf" srcId="{C2A2B944-78CC-4151-A843-804AD4C6EC44}" destId="{A947BB16-C6DC-41B0-BA63-FF85F4CE3A00}" srcOrd="2" destOrd="0" presId="urn:microsoft.com/office/officeart/2005/8/layout/hierarchy4"/>
    <dgm:cxn modelId="{32459467-0220-4A79-9200-4F542DE98B20}" type="presParOf" srcId="{A947BB16-C6DC-41B0-BA63-FF85F4CE3A00}" destId="{A42281C2-7D9E-4DD4-B3A4-18BB080518B7}" srcOrd="0" destOrd="0" presId="urn:microsoft.com/office/officeart/2005/8/layout/hierarchy4"/>
    <dgm:cxn modelId="{39CF1A86-0D42-49A9-9DCB-75FEC86D1780}" type="presParOf" srcId="{A42281C2-7D9E-4DD4-B3A4-18BB080518B7}" destId="{8F7B9449-2860-4D05-9E66-B87F72BAFE32}" srcOrd="0" destOrd="0" presId="urn:microsoft.com/office/officeart/2005/8/layout/hierarchy4"/>
    <dgm:cxn modelId="{2F1EF73A-DEF6-4EB3-B2A3-81CE455AAA36}" type="presParOf" srcId="{A42281C2-7D9E-4DD4-B3A4-18BB080518B7}" destId="{F669A83B-C29D-4995-AB49-A258D51D0E31}" srcOrd="1" destOrd="0" presId="urn:microsoft.com/office/officeart/2005/8/layout/hierarchy4"/>
    <dgm:cxn modelId="{EC8D2590-9802-4F38-A4D4-CDDD6D0470CB}" type="presParOf" srcId="{A42281C2-7D9E-4DD4-B3A4-18BB080518B7}" destId="{96C9DB10-A2F0-4111-98D6-15FF45E3A6CF}" srcOrd="2" destOrd="0" presId="urn:microsoft.com/office/officeart/2005/8/layout/hierarchy4"/>
    <dgm:cxn modelId="{29113CF3-C2CE-4226-A99B-F497E6EC9044}" type="presParOf" srcId="{96C9DB10-A2F0-4111-98D6-15FF45E3A6CF}" destId="{A4EC5934-2137-424E-88AC-60CCB8ED2DCB}" srcOrd="0" destOrd="0" presId="urn:microsoft.com/office/officeart/2005/8/layout/hierarchy4"/>
    <dgm:cxn modelId="{D3815D23-EC1D-415C-98F8-1FAB7F33AC8C}" type="presParOf" srcId="{A4EC5934-2137-424E-88AC-60CCB8ED2DCB}" destId="{9C7AB52B-84E7-4D09-9A8A-1E8B5EC59A65}" srcOrd="0" destOrd="0" presId="urn:microsoft.com/office/officeart/2005/8/layout/hierarchy4"/>
    <dgm:cxn modelId="{6D236ED6-49FF-4774-8B47-6D5E99C6E9A6}" type="presParOf" srcId="{A4EC5934-2137-424E-88AC-60CCB8ED2DCB}" destId="{54A0D51B-0ECB-4FAE-8457-FD9A43031591}" srcOrd="1" destOrd="0" presId="urn:microsoft.com/office/officeart/2005/8/layout/hierarchy4"/>
    <dgm:cxn modelId="{3EF48B1F-0AD8-455B-A3F3-1CFC223BF760}" type="presParOf" srcId="{15EE4909-908D-442A-82B3-EA4B0FA0C531}" destId="{F8FC91E9-33B2-4E60-9DB1-419B7653D14F}" srcOrd="1" destOrd="0" presId="urn:microsoft.com/office/officeart/2005/8/layout/hierarchy4"/>
    <dgm:cxn modelId="{57BACD6D-E071-4D72-9799-F2F9A9363727}" type="presParOf" srcId="{15EE4909-908D-442A-82B3-EA4B0FA0C531}" destId="{B562A6E2-1A52-4C31-AD5B-9747E8EF2FFA}" srcOrd="2" destOrd="0" presId="urn:microsoft.com/office/officeart/2005/8/layout/hierarchy4"/>
    <dgm:cxn modelId="{16E37793-3BEA-4EB2-8211-B3FB7E4697C9}" type="presParOf" srcId="{B562A6E2-1A52-4C31-AD5B-9747E8EF2FFA}" destId="{338E4AF4-8340-42A7-AF6C-C9CD0706F266}" srcOrd="0" destOrd="0" presId="urn:microsoft.com/office/officeart/2005/8/layout/hierarchy4"/>
    <dgm:cxn modelId="{B763C4E6-9948-4F18-B66D-AA461BA32DF9}" type="presParOf" srcId="{B562A6E2-1A52-4C31-AD5B-9747E8EF2FFA}" destId="{096093C4-CD60-4D92-A2AC-995ED92E77C8}" srcOrd="1" destOrd="0" presId="urn:microsoft.com/office/officeart/2005/8/layout/hierarchy4"/>
    <dgm:cxn modelId="{C39CA04F-47A0-4D0C-80B0-EB45BC4B5E55}" type="presParOf" srcId="{B562A6E2-1A52-4C31-AD5B-9747E8EF2FFA}" destId="{F31B7143-008F-4D78-B7D1-D1C25BA47864}" srcOrd="2" destOrd="0" presId="urn:microsoft.com/office/officeart/2005/8/layout/hierarchy4"/>
    <dgm:cxn modelId="{BBE4892E-492A-4E40-80C7-C58E2475EA14}" type="presParOf" srcId="{F31B7143-008F-4D78-B7D1-D1C25BA47864}" destId="{B3DE8619-2CF3-47EC-9FBE-18BABDA7D268}" srcOrd="0" destOrd="0" presId="urn:microsoft.com/office/officeart/2005/8/layout/hierarchy4"/>
    <dgm:cxn modelId="{4F6BB757-A398-4B7B-A92C-E3AD87FCE235}" type="presParOf" srcId="{B3DE8619-2CF3-47EC-9FBE-18BABDA7D268}" destId="{57FF9E82-DDA4-4678-88BA-98DEDB809982}" srcOrd="0" destOrd="0" presId="urn:microsoft.com/office/officeart/2005/8/layout/hierarchy4"/>
    <dgm:cxn modelId="{E28C6337-A954-4593-9887-EC4A98062BBC}" type="presParOf" srcId="{B3DE8619-2CF3-47EC-9FBE-18BABDA7D268}" destId="{3BA3C61C-C487-4E97-B13C-A56A041A47F7}" srcOrd="1" destOrd="0" presId="urn:microsoft.com/office/officeart/2005/8/layout/hierarchy4"/>
    <dgm:cxn modelId="{935E2D3E-A0F2-4B67-AF5F-1AD0DEBD0E7C}" type="presParOf" srcId="{B3DE8619-2CF3-47EC-9FBE-18BABDA7D268}" destId="{4E342F4F-2C0F-4A73-9499-E8B66C52E960}" srcOrd="2" destOrd="0" presId="urn:microsoft.com/office/officeart/2005/8/layout/hierarchy4"/>
    <dgm:cxn modelId="{28A89C78-9D0D-45E7-B580-EF5DF1EFA718}" type="presParOf" srcId="{4E342F4F-2C0F-4A73-9499-E8B66C52E960}" destId="{1DF9EE99-D146-4BA3-9F02-FDA33E1FFD1C}" srcOrd="0" destOrd="0" presId="urn:microsoft.com/office/officeart/2005/8/layout/hierarchy4"/>
    <dgm:cxn modelId="{FC07AEB2-FA0F-4DAF-B0E9-F1744109EDAC}" type="presParOf" srcId="{1DF9EE99-D146-4BA3-9F02-FDA33E1FFD1C}" destId="{D9819BEB-5DF2-45FA-A3D4-770C690734FD}" srcOrd="0" destOrd="0" presId="urn:microsoft.com/office/officeart/2005/8/layout/hierarchy4"/>
    <dgm:cxn modelId="{207BA5A5-D87C-4082-9489-6BAFC7A862DE}" type="presParOf" srcId="{1DF9EE99-D146-4BA3-9F02-FDA33E1FFD1C}" destId="{C79D128D-CB05-4065-A5E5-5B449371AF26}" srcOrd="1" destOrd="0" presId="urn:microsoft.com/office/officeart/2005/8/layout/hierarchy4"/>
    <dgm:cxn modelId="{6C816AFE-1DDC-4A34-BB62-1A2A903EB2C2}" type="presParOf" srcId="{B935B529-B07B-450C-9A03-EA336A12A270}" destId="{E754D561-7DBB-4AE5-9D11-6C38271A2667}" srcOrd="1" destOrd="0" presId="urn:microsoft.com/office/officeart/2005/8/layout/hierarchy4"/>
    <dgm:cxn modelId="{372B2C8D-24F2-46B1-976B-2C4BFE6F2244}" type="presParOf" srcId="{B935B529-B07B-450C-9A03-EA336A12A270}" destId="{2979F1CB-9AE4-4DFC-B623-CC0D2EE57932}" srcOrd="2" destOrd="0" presId="urn:microsoft.com/office/officeart/2005/8/layout/hierarchy4"/>
    <dgm:cxn modelId="{F8063210-248E-45C1-A8D4-6726291FF1A2}" type="presParOf" srcId="{2979F1CB-9AE4-4DFC-B623-CC0D2EE57932}" destId="{40309017-0293-4A83-8492-616057F46854}" srcOrd="0" destOrd="0" presId="urn:microsoft.com/office/officeart/2005/8/layout/hierarchy4"/>
    <dgm:cxn modelId="{9CC2D097-155C-474A-A924-A1F8CBDBA175}" type="presParOf" srcId="{2979F1CB-9AE4-4DFC-B623-CC0D2EE57932}" destId="{DC5AB656-5D41-4D0E-A50B-01D9F8F9ADB5}" srcOrd="1" destOrd="0" presId="urn:microsoft.com/office/officeart/2005/8/layout/hierarchy4"/>
    <dgm:cxn modelId="{858B8EF8-69CB-4EC5-92A9-D3351231ABBD}" type="presParOf" srcId="{2979F1CB-9AE4-4DFC-B623-CC0D2EE57932}" destId="{35C04099-A02D-470E-A327-AA5E19ADC9DC}" srcOrd="2" destOrd="0" presId="urn:microsoft.com/office/officeart/2005/8/layout/hierarchy4"/>
    <dgm:cxn modelId="{9608712E-84EF-4432-9F06-B50E4F07E44B}" type="presParOf" srcId="{35C04099-A02D-470E-A327-AA5E19ADC9DC}" destId="{FBDA452B-C7F1-435D-82A8-D088C23798AA}" srcOrd="0" destOrd="0" presId="urn:microsoft.com/office/officeart/2005/8/layout/hierarchy4"/>
    <dgm:cxn modelId="{91F4671F-B8C1-4080-8067-63D9C85BC38F}" type="presParOf" srcId="{FBDA452B-C7F1-435D-82A8-D088C23798AA}" destId="{57F27E97-07B6-4DCB-9429-EF3D2DEB4679}" srcOrd="0" destOrd="0" presId="urn:microsoft.com/office/officeart/2005/8/layout/hierarchy4"/>
    <dgm:cxn modelId="{B8437FAE-F16A-4B23-BDBB-8589066E358A}" type="presParOf" srcId="{FBDA452B-C7F1-435D-82A8-D088C23798AA}" destId="{ECAA4300-3CB3-4B0A-BE9A-9FE4CAF7C6C7}" srcOrd="1" destOrd="0" presId="urn:microsoft.com/office/officeart/2005/8/layout/hierarchy4"/>
    <dgm:cxn modelId="{5327118E-DF17-439D-B2F9-20CF82B671C5}" type="presParOf" srcId="{FBDA452B-C7F1-435D-82A8-D088C23798AA}" destId="{B26F96FA-5BA4-4A54-966E-A1C9B641D373}" srcOrd="2" destOrd="0" presId="urn:microsoft.com/office/officeart/2005/8/layout/hierarchy4"/>
    <dgm:cxn modelId="{80C144BC-D14D-4C08-AC74-A8A59AC2D713}" type="presParOf" srcId="{B26F96FA-5BA4-4A54-966E-A1C9B641D373}" destId="{3CF7E7DF-4C3F-46FC-8E46-7032271C25FE}" srcOrd="0" destOrd="0" presId="urn:microsoft.com/office/officeart/2005/8/layout/hierarchy4"/>
    <dgm:cxn modelId="{5705348D-0061-4653-B1D0-A58B08B30BC2}" type="presParOf" srcId="{3CF7E7DF-4C3F-46FC-8E46-7032271C25FE}" destId="{0B7D006D-A1C2-4DBA-9254-DE3A22BB0D11}" srcOrd="0" destOrd="0" presId="urn:microsoft.com/office/officeart/2005/8/layout/hierarchy4"/>
    <dgm:cxn modelId="{35AEC0EA-2C2F-48CD-AEEF-09BB54953A8D}" type="presParOf" srcId="{3CF7E7DF-4C3F-46FC-8E46-7032271C25FE}" destId="{18862807-20BA-4BB7-9BF0-E8DB170A9870}" srcOrd="1" destOrd="0" presId="urn:microsoft.com/office/officeart/2005/8/layout/hierarchy4"/>
    <dgm:cxn modelId="{57629AAC-3DE9-419E-839B-F5098C7E73E8}" type="presParOf" srcId="{3CF7E7DF-4C3F-46FC-8E46-7032271C25FE}" destId="{C66AC8F5-19B4-486A-8E32-550573CF8885}" srcOrd="2" destOrd="0" presId="urn:microsoft.com/office/officeart/2005/8/layout/hierarchy4"/>
    <dgm:cxn modelId="{2585C96C-6C92-480C-8AEF-1813D1974C58}" type="presParOf" srcId="{C66AC8F5-19B4-486A-8E32-550573CF8885}" destId="{D14BE5A7-71DA-4AD3-ABEA-A488F99222E2}" srcOrd="0" destOrd="0" presId="urn:microsoft.com/office/officeart/2005/8/layout/hierarchy4"/>
    <dgm:cxn modelId="{D606FC94-9E52-41BF-AC1B-2CD19C3FFBA3}" type="presParOf" srcId="{D14BE5A7-71DA-4AD3-ABEA-A488F99222E2}" destId="{277BDBFD-4BFF-4F31-9183-EF0FD2EBFAF1}" srcOrd="0" destOrd="0" presId="urn:microsoft.com/office/officeart/2005/8/layout/hierarchy4"/>
    <dgm:cxn modelId="{D097A1EB-EF46-480C-A9FB-236BCF94E13E}" type="presParOf" srcId="{D14BE5A7-71DA-4AD3-ABEA-A488F99222E2}" destId="{0E04076F-578E-48F7-B10F-BE0517E8D28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92DDF2B-5135-492C-82D0-F5DCB091E380}"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7C07C749-5F4F-4EAD-AAA6-EC8C39FD48CF}">
      <dgm:prSet phldrT="[Text]" phldr="0" custT="1"/>
      <dgm:spPr>
        <a:solidFill>
          <a:schemeClr val="accent1"/>
        </a:solidFill>
      </dgm:spPr>
      <dgm:t>
        <a:bodyPr/>
        <a:lstStyle/>
        <a:p>
          <a:pPr>
            <a:lnSpc>
              <a:spcPct val="100000"/>
            </a:lnSpc>
          </a:pPr>
          <a:r>
            <a:rPr lang="en-US" sz="3600" dirty="0"/>
            <a:t>Price</a:t>
          </a:r>
        </a:p>
      </dgm:t>
    </dgm:pt>
    <dgm:pt modelId="{79FC7393-3784-4960-9ACD-C1B66CD92C8C}" type="parTrans" cxnId="{8F5D71FE-E1BF-418F-9FAC-2F21A3E9AFE7}">
      <dgm:prSet/>
      <dgm:spPr/>
      <dgm:t>
        <a:bodyPr/>
        <a:lstStyle/>
        <a:p>
          <a:endParaRPr lang="en-US"/>
        </a:p>
      </dgm:t>
    </dgm:pt>
    <dgm:pt modelId="{0D39DD1D-5B52-4AE5-948F-BCCB6C97620F}" type="sibTrans" cxnId="{8F5D71FE-E1BF-418F-9FAC-2F21A3E9AFE7}">
      <dgm:prSet/>
      <dgm:spPr/>
      <dgm:t>
        <a:bodyPr/>
        <a:lstStyle/>
        <a:p>
          <a:endParaRPr lang="en-US"/>
        </a:p>
      </dgm:t>
    </dgm:pt>
    <dgm:pt modelId="{220F6B0E-ED5A-45FF-B347-54F17AAB52FE}">
      <dgm:prSet phldrT="[Text]"/>
      <dgm:spPr/>
      <dgm:t>
        <a:bodyPr/>
        <a:lstStyle/>
        <a:p>
          <a:pPr>
            <a:lnSpc>
              <a:spcPct val="100000"/>
            </a:lnSpc>
          </a:pPr>
          <a:r>
            <a:rPr lang="en-US" b="1" cap="none" spc="0" dirty="0">
              <a:effectLst>
                <a:outerShdw blurRad="12700" dist="38100" dir="2700000" algn="tl" rotWithShape="0">
                  <a:schemeClr val="accent5">
                    <a:lumMod val="60000"/>
                    <a:lumOff val="40000"/>
                  </a:schemeClr>
                </a:outerShdw>
              </a:effectLst>
            </a:rPr>
            <a:t>123 outliers</a:t>
          </a:r>
          <a:endParaRPr lang="en-US" dirty="0"/>
        </a:p>
      </dgm:t>
    </dgm:pt>
    <dgm:pt modelId="{1BC55D10-6565-47C1-BDCB-9EFD6D1F9F90}" type="parTrans" cxnId="{81BA8875-3087-4F16-8421-3413EAE1BC04}">
      <dgm:prSet/>
      <dgm:spPr/>
      <dgm:t>
        <a:bodyPr/>
        <a:lstStyle/>
        <a:p>
          <a:endParaRPr lang="en-US"/>
        </a:p>
      </dgm:t>
    </dgm:pt>
    <dgm:pt modelId="{07F01453-6920-4251-B5F8-95B796209DAC}" type="sibTrans" cxnId="{81BA8875-3087-4F16-8421-3413EAE1BC04}">
      <dgm:prSet/>
      <dgm:spPr/>
      <dgm:t>
        <a:bodyPr/>
        <a:lstStyle/>
        <a:p>
          <a:endParaRPr lang="en-US"/>
        </a:p>
      </dgm:t>
    </dgm:pt>
    <dgm:pt modelId="{CB23754E-1C0A-4E48-A49E-8C1E5B12E8E3}">
      <dgm:prSet phldrT="[Text]" custT="1"/>
      <dgm:spPr>
        <a:solidFill>
          <a:schemeClr val="accent1"/>
        </a:solidFill>
      </dgm:spPr>
      <dgm:t>
        <a:bodyPr/>
        <a:lstStyle/>
        <a:p>
          <a:pPr>
            <a:lnSpc>
              <a:spcPct val="100000"/>
            </a:lnSpc>
          </a:pPr>
          <a:r>
            <a:rPr lang="en-US" sz="3600" dirty="0"/>
            <a:t>Duration: </a:t>
          </a:r>
        </a:p>
      </dgm:t>
    </dgm:pt>
    <dgm:pt modelId="{C603A8E9-CDB4-48C0-971D-905128F8B6DE}" type="sibTrans" cxnId="{7982B5D7-9208-485A-A028-778DDD4AB636}">
      <dgm:prSet/>
      <dgm:spPr/>
      <dgm:t>
        <a:bodyPr/>
        <a:lstStyle/>
        <a:p>
          <a:endParaRPr lang="en-US"/>
        </a:p>
      </dgm:t>
    </dgm:pt>
    <dgm:pt modelId="{D34E69B8-C6C5-4D3F-9B29-66A398AFAAED}" type="parTrans" cxnId="{7982B5D7-9208-485A-A028-778DDD4AB636}">
      <dgm:prSet/>
      <dgm:spPr/>
      <dgm:t>
        <a:bodyPr/>
        <a:lstStyle/>
        <a:p>
          <a:endParaRPr lang="en-US"/>
        </a:p>
      </dgm:t>
    </dgm:pt>
    <dgm:pt modelId="{556ECD08-7769-4680-853A-A1843902397D}">
      <dgm:prSet phldrT="[Text]" phldr="0"/>
      <dgm:spPr/>
      <dgm:t>
        <a:bodyPr/>
        <a:lstStyle/>
        <a:p>
          <a:pPr>
            <a:lnSpc>
              <a:spcPct val="100000"/>
            </a:lnSpc>
          </a:pPr>
          <a:r>
            <a:rPr lang="en-US" b="1" dirty="0"/>
            <a:t>2110 outliers</a:t>
          </a:r>
        </a:p>
      </dgm:t>
    </dgm:pt>
    <dgm:pt modelId="{6B606E68-AAA0-4A1D-8D50-8E4417F63EF6}" type="sibTrans" cxnId="{B27E5448-D5AD-41AD-A224-11137AF66B3A}">
      <dgm:prSet/>
      <dgm:spPr/>
      <dgm:t>
        <a:bodyPr/>
        <a:lstStyle/>
        <a:p>
          <a:endParaRPr lang="en-US"/>
        </a:p>
      </dgm:t>
    </dgm:pt>
    <dgm:pt modelId="{D89A330B-D878-489A-9445-392C47399457}" type="parTrans" cxnId="{B27E5448-D5AD-41AD-A224-11137AF66B3A}">
      <dgm:prSet/>
      <dgm:spPr/>
      <dgm:t>
        <a:bodyPr/>
        <a:lstStyle/>
        <a:p>
          <a:endParaRPr lang="en-US"/>
        </a:p>
      </dgm:t>
    </dgm:pt>
    <dgm:pt modelId="{80E197FA-3C08-4AF4-8F24-9378BE15F6CC}">
      <dgm:prSet phldrT="[Text]"/>
      <dgm:spPr/>
      <dgm:t>
        <a:bodyPr/>
        <a:lstStyle/>
        <a:p>
          <a:pPr>
            <a:lnSpc>
              <a:spcPct val="100000"/>
            </a:lnSpc>
          </a:pPr>
          <a:r>
            <a:rPr lang="en-US" b="1" dirty="0"/>
            <a:t>These values were retained because they represent valid premium pricing rather than data errors.</a:t>
          </a:r>
          <a:endParaRPr lang="en-US" dirty="0"/>
        </a:p>
      </dgm:t>
    </dgm:pt>
    <dgm:pt modelId="{DC6AA7D6-6668-4F4C-A85A-E4C1D55ECF86}" type="parTrans" cxnId="{B7D76287-BAC7-4ABC-B779-A3A0175705A4}">
      <dgm:prSet/>
      <dgm:spPr/>
      <dgm:t>
        <a:bodyPr/>
        <a:lstStyle/>
        <a:p>
          <a:endParaRPr lang="en-US"/>
        </a:p>
      </dgm:t>
    </dgm:pt>
    <dgm:pt modelId="{1520604B-1CCF-4FE1-A254-639E09F6D8B4}" type="sibTrans" cxnId="{B7D76287-BAC7-4ABC-B779-A3A0175705A4}">
      <dgm:prSet/>
      <dgm:spPr/>
      <dgm:t>
        <a:bodyPr/>
        <a:lstStyle/>
        <a:p>
          <a:endParaRPr lang="en-US"/>
        </a:p>
      </dgm:t>
    </dgm:pt>
    <dgm:pt modelId="{5F50987D-6B34-44DB-99CD-EF35E1437815}">
      <dgm:prSet/>
      <dgm:spPr/>
      <dgm:t>
        <a:bodyPr/>
        <a:lstStyle/>
        <a:p>
          <a:pPr>
            <a:lnSpc>
              <a:spcPct val="100000"/>
            </a:lnSpc>
          </a:pPr>
          <a:endParaRPr lang="en-US"/>
        </a:p>
      </dgm:t>
    </dgm:pt>
    <dgm:pt modelId="{D55F1418-224A-4B71-90D6-443312BD146E}" type="parTrans" cxnId="{EDE025BC-ED44-43B9-8B64-6834D1DFF25F}">
      <dgm:prSet/>
      <dgm:spPr/>
      <dgm:t>
        <a:bodyPr/>
        <a:lstStyle/>
        <a:p>
          <a:endParaRPr lang="en-US"/>
        </a:p>
      </dgm:t>
    </dgm:pt>
    <dgm:pt modelId="{08339E6A-D49F-47BF-A49B-E446D28C2011}" type="sibTrans" cxnId="{EDE025BC-ED44-43B9-8B64-6834D1DFF25F}">
      <dgm:prSet/>
      <dgm:spPr/>
      <dgm:t>
        <a:bodyPr/>
        <a:lstStyle/>
        <a:p>
          <a:endParaRPr lang="en-US"/>
        </a:p>
      </dgm:t>
    </dgm:pt>
    <dgm:pt modelId="{71B652C2-14E8-4E52-82E4-1B8BF428D4D3}">
      <dgm:prSet phldrT="[Text]" phldr="0"/>
      <dgm:spPr/>
      <dgm:t>
        <a:bodyPr/>
        <a:lstStyle/>
        <a:p>
          <a:pPr>
            <a:lnSpc>
              <a:spcPct val="100000"/>
            </a:lnSpc>
            <a:buFont typeface="Arial" panose="020B0604020202020204" pitchFamily="34" charset="0"/>
            <a:buChar char="•"/>
          </a:pPr>
          <a:r>
            <a:rPr lang="en-US" b="1" dirty="0"/>
            <a:t>Further investigation showed they represent legitimate long-duration flights rather than data errors.</a:t>
          </a:r>
          <a:r>
            <a:rPr lang="en-US" dirty="0"/>
            <a:t> </a:t>
          </a:r>
          <a:r>
            <a:rPr lang="en-US" b="1" dirty="0"/>
            <a:t>The outliers were retained to preserve real-world pricing patterns and avoid losing valuable information.</a:t>
          </a:r>
        </a:p>
      </dgm:t>
    </dgm:pt>
    <dgm:pt modelId="{0CA14001-6FA0-4706-84E9-F14445914E0C}" type="parTrans" cxnId="{E22A2288-8BA5-4DD2-BB03-B30A11ABC031}">
      <dgm:prSet/>
      <dgm:spPr/>
      <dgm:t>
        <a:bodyPr/>
        <a:lstStyle/>
        <a:p>
          <a:endParaRPr lang="en-US"/>
        </a:p>
      </dgm:t>
    </dgm:pt>
    <dgm:pt modelId="{FD9D89DA-7E54-4860-9290-C4D8A2432261}" type="sibTrans" cxnId="{E22A2288-8BA5-4DD2-BB03-B30A11ABC031}">
      <dgm:prSet/>
      <dgm:spPr/>
      <dgm:t>
        <a:bodyPr/>
        <a:lstStyle/>
        <a:p>
          <a:endParaRPr lang="en-US"/>
        </a:p>
      </dgm:t>
    </dgm:pt>
    <dgm:pt modelId="{D3ABF7AD-40FC-4D0A-98A9-937F177F0110}" type="pres">
      <dgm:prSet presAssocID="{D92DDF2B-5135-492C-82D0-F5DCB091E380}" presName="linear" presStyleCnt="0">
        <dgm:presLayoutVars>
          <dgm:dir/>
          <dgm:animLvl val="lvl"/>
          <dgm:resizeHandles val="exact"/>
        </dgm:presLayoutVars>
      </dgm:prSet>
      <dgm:spPr/>
    </dgm:pt>
    <dgm:pt modelId="{D32BCB01-9470-4402-956F-6F196E06C668}" type="pres">
      <dgm:prSet presAssocID="{7C07C749-5F4F-4EAD-AAA6-EC8C39FD48CF}" presName="parentLin" presStyleCnt="0"/>
      <dgm:spPr/>
    </dgm:pt>
    <dgm:pt modelId="{4DC167AD-D074-454B-B639-CE705175F812}" type="pres">
      <dgm:prSet presAssocID="{7C07C749-5F4F-4EAD-AAA6-EC8C39FD48CF}" presName="parentLeftMargin" presStyleLbl="node1" presStyleIdx="0" presStyleCnt="2"/>
      <dgm:spPr/>
    </dgm:pt>
    <dgm:pt modelId="{0C96D28B-BBB9-44AB-AD88-8E0C939564BD}" type="pres">
      <dgm:prSet presAssocID="{7C07C749-5F4F-4EAD-AAA6-EC8C39FD48CF}" presName="parentText" presStyleLbl="node1" presStyleIdx="0" presStyleCnt="2">
        <dgm:presLayoutVars>
          <dgm:chMax val="0"/>
          <dgm:bulletEnabled val="1"/>
        </dgm:presLayoutVars>
      </dgm:prSet>
      <dgm:spPr/>
    </dgm:pt>
    <dgm:pt modelId="{0CB5F454-A690-4576-A78F-236D03028BA3}" type="pres">
      <dgm:prSet presAssocID="{7C07C749-5F4F-4EAD-AAA6-EC8C39FD48CF}" presName="negativeSpace" presStyleCnt="0"/>
      <dgm:spPr/>
    </dgm:pt>
    <dgm:pt modelId="{2E5E33AF-7668-4494-AFB8-E31EDD4EC34A}" type="pres">
      <dgm:prSet presAssocID="{7C07C749-5F4F-4EAD-AAA6-EC8C39FD48CF}" presName="childText" presStyleLbl="conFgAcc1" presStyleIdx="0" presStyleCnt="2">
        <dgm:presLayoutVars>
          <dgm:bulletEnabled val="1"/>
        </dgm:presLayoutVars>
      </dgm:prSet>
      <dgm:spPr/>
    </dgm:pt>
    <dgm:pt modelId="{AF5655DB-9BC6-4BF0-9035-9E0B1E909582}" type="pres">
      <dgm:prSet presAssocID="{0D39DD1D-5B52-4AE5-948F-BCCB6C97620F}" presName="spaceBetweenRectangles" presStyleCnt="0"/>
      <dgm:spPr/>
    </dgm:pt>
    <dgm:pt modelId="{991E9D32-BDEA-4F21-930B-48A4BAED30EB}" type="pres">
      <dgm:prSet presAssocID="{CB23754E-1C0A-4E48-A49E-8C1E5B12E8E3}" presName="parentLin" presStyleCnt="0"/>
      <dgm:spPr/>
    </dgm:pt>
    <dgm:pt modelId="{F0BA080C-E765-4D41-9E53-47868F2B0232}" type="pres">
      <dgm:prSet presAssocID="{CB23754E-1C0A-4E48-A49E-8C1E5B12E8E3}" presName="parentLeftMargin" presStyleLbl="node1" presStyleIdx="0" presStyleCnt="2"/>
      <dgm:spPr/>
    </dgm:pt>
    <dgm:pt modelId="{1B8C13AD-1C11-4060-8EAB-0E31BD51FE5C}" type="pres">
      <dgm:prSet presAssocID="{CB23754E-1C0A-4E48-A49E-8C1E5B12E8E3}" presName="parentText" presStyleLbl="node1" presStyleIdx="1" presStyleCnt="2">
        <dgm:presLayoutVars>
          <dgm:chMax val="0"/>
          <dgm:bulletEnabled val="1"/>
        </dgm:presLayoutVars>
      </dgm:prSet>
      <dgm:spPr/>
    </dgm:pt>
    <dgm:pt modelId="{1B5BC37C-6D49-45D1-BE4C-178A4AA151BE}" type="pres">
      <dgm:prSet presAssocID="{CB23754E-1C0A-4E48-A49E-8C1E5B12E8E3}" presName="negativeSpace" presStyleCnt="0"/>
      <dgm:spPr/>
    </dgm:pt>
    <dgm:pt modelId="{11A69112-19D2-4D08-BF81-D04D93193E33}" type="pres">
      <dgm:prSet presAssocID="{CB23754E-1C0A-4E48-A49E-8C1E5B12E8E3}" presName="childText" presStyleLbl="conFgAcc1" presStyleIdx="1" presStyleCnt="2">
        <dgm:presLayoutVars>
          <dgm:bulletEnabled val="1"/>
        </dgm:presLayoutVars>
      </dgm:prSet>
      <dgm:spPr/>
    </dgm:pt>
  </dgm:ptLst>
  <dgm:cxnLst>
    <dgm:cxn modelId="{50764C3C-81A9-47DE-B4B5-DC8F46C0BE31}" type="presOf" srcId="{5F50987D-6B34-44DB-99CD-EF35E1437815}" destId="{2E5E33AF-7668-4494-AFB8-E31EDD4EC34A}" srcOrd="0" destOrd="2" presId="urn:microsoft.com/office/officeart/2005/8/layout/list1"/>
    <dgm:cxn modelId="{B27E5448-D5AD-41AD-A224-11137AF66B3A}" srcId="{CB23754E-1C0A-4E48-A49E-8C1E5B12E8E3}" destId="{556ECD08-7769-4680-853A-A1843902397D}" srcOrd="0" destOrd="0" parTransId="{D89A330B-D878-489A-9445-392C47399457}" sibTransId="{6B606E68-AAA0-4A1D-8D50-8E4417F63EF6}"/>
    <dgm:cxn modelId="{81BA8875-3087-4F16-8421-3413EAE1BC04}" srcId="{7C07C749-5F4F-4EAD-AAA6-EC8C39FD48CF}" destId="{220F6B0E-ED5A-45FF-B347-54F17AAB52FE}" srcOrd="0" destOrd="0" parTransId="{1BC55D10-6565-47C1-BDCB-9EFD6D1F9F90}" sibTransId="{07F01453-6920-4251-B5F8-95B796209DAC}"/>
    <dgm:cxn modelId="{CC386C81-E9B8-4873-BB88-D3A96668D102}" type="presOf" srcId="{CB23754E-1C0A-4E48-A49E-8C1E5B12E8E3}" destId="{F0BA080C-E765-4D41-9E53-47868F2B0232}" srcOrd="0" destOrd="0" presId="urn:microsoft.com/office/officeart/2005/8/layout/list1"/>
    <dgm:cxn modelId="{B7D76287-BAC7-4ABC-B779-A3A0175705A4}" srcId="{7C07C749-5F4F-4EAD-AAA6-EC8C39FD48CF}" destId="{80E197FA-3C08-4AF4-8F24-9378BE15F6CC}" srcOrd="1" destOrd="0" parTransId="{DC6AA7D6-6668-4F4C-A85A-E4C1D55ECF86}" sibTransId="{1520604B-1CCF-4FE1-A254-639E09F6D8B4}"/>
    <dgm:cxn modelId="{E22A2288-8BA5-4DD2-BB03-B30A11ABC031}" srcId="{CB23754E-1C0A-4E48-A49E-8C1E5B12E8E3}" destId="{71B652C2-14E8-4E52-82E4-1B8BF428D4D3}" srcOrd="1" destOrd="0" parTransId="{0CA14001-6FA0-4706-84E9-F14445914E0C}" sibTransId="{FD9D89DA-7E54-4860-9290-C4D8A2432261}"/>
    <dgm:cxn modelId="{94AA078D-7010-4FAA-98A2-B7A64054054E}" type="presOf" srcId="{7C07C749-5F4F-4EAD-AAA6-EC8C39FD48CF}" destId="{4DC167AD-D074-454B-B639-CE705175F812}" srcOrd="0" destOrd="0" presId="urn:microsoft.com/office/officeart/2005/8/layout/list1"/>
    <dgm:cxn modelId="{F6F2719A-6255-440F-BA3F-E9D0E711AB11}" type="presOf" srcId="{556ECD08-7769-4680-853A-A1843902397D}" destId="{11A69112-19D2-4D08-BF81-D04D93193E33}" srcOrd="0" destOrd="0" presId="urn:microsoft.com/office/officeart/2005/8/layout/list1"/>
    <dgm:cxn modelId="{7C5B189B-1640-428C-A90C-B4733646FA54}" type="presOf" srcId="{71B652C2-14E8-4E52-82E4-1B8BF428D4D3}" destId="{11A69112-19D2-4D08-BF81-D04D93193E33}" srcOrd="0" destOrd="1" presId="urn:microsoft.com/office/officeart/2005/8/layout/list1"/>
    <dgm:cxn modelId="{A61F48AB-2C3D-4FEF-9958-F040AE371EC9}" type="presOf" srcId="{80E197FA-3C08-4AF4-8F24-9378BE15F6CC}" destId="{2E5E33AF-7668-4494-AFB8-E31EDD4EC34A}" srcOrd="0" destOrd="1" presId="urn:microsoft.com/office/officeart/2005/8/layout/list1"/>
    <dgm:cxn modelId="{EDE025BC-ED44-43B9-8B64-6834D1DFF25F}" srcId="{7C07C749-5F4F-4EAD-AAA6-EC8C39FD48CF}" destId="{5F50987D-6B34-44DB-99CD-EF35E1437815}" srcOrd="2" destOrd="0" parTransId="{D55F1418-224A-4B71-90D6-443312BD146E}" sibTransId="{08339E6A-D49F-47BF-A49B-E446D28C2011}"/>
    <dgm:cxn modelId="{516AAABF-CBC3-4B35-B30C-FB118AB67FC3}" type="presOf" srcId="{7C07C749-5F4F-4EAD-AAA6-EC8C39FD48CF}" destId="{0C96D28B-BBB9-44AB-AD88-8E0C939564BD}" srcOrd="1" destOrd="0" presId="urn:microsoft.com/office/officeart/2005/8/layout/list1"/>
    <dgm:cxn modelId="{35CF89CD-0F29-4FD5-AF86-60B1C8FFEFE1}" type="presOf" srcId="{CB23754E-1C0A-4E48-A49E-8C1E5B12E8E3}" destId="{1B8C13AD-1C11-4060-8EAB-0E31BD51FE5C}" srcOrd="1" destOrd="0" presId="urn:microsoft.com/office/officeart/2005/8/layout/list1"/>
    <dgm:cxn modelId="{ED274AD4-432D-4C06-A902-128286FDADEA}" type="presOf" srcId="{220F6B0E-ED5A-45FF-B347-54F17AAB52FE}" destId="{2E5E33AF-7668-4494-AFB8-E31EDD4EC34A}" srcOrd="0" destOrd="0" presId="urn:microsoft.com/office/officeart/2005/8/layout/list1"/>
    <dgm:cxn modelId="{7982B5D7-9208-485A-A028-778DDD4AB636}" srcId="{D92DDF2B-5135-492C-82D0-F5DCB091E380}" destId="{CB23754E-1C0A-4E48-A49E-8C1E5B12E8E3}" srcOrd="1" destOrd="0" parTransId="{D34E69B8-C6C5-4D3F-9B29-66A398AFAAED}" sibTransId="{C603A8E9-CDB4-48C0-971D-905128F8B6DE}"/>
    <dgm:cxn modelId="{5E05BDEF-092B-4BF9-987E-57338DD20ADC}" type="presOf" srcId="{D92DDF2B-5135-492C-82D0-F5DCB091E380}" destId="{D3ABF7AD-40FC-4D0A-98A9-937F177F0110}" srcOrd="0" destOrd="0" presId="urn:microsoft.com/office/officeart/2005/8/layout/list1"/>
    <dgm:cxn modelId="{8F5D71FE-E1BF-418F-9FAC-2F21A3E9AFE7}" srcId="{D92DDF2B-5135-492C-82D0-F5DCB091E380}" destId="{7C07C749-5F4F-4EAD-AAA6-EC8C39FD48CF}" srcOrd="0" destOrd="0" parTransId="{79FC7393-3784-4960-9ACD-C1B66CD92C8C}" sibTransId="{0D39DD1D-5B52-4AE5-948F-BCCB6C97620F}"/>
    <dgm:cxn modelId="{A5AEF969-9B63-4745-AA92-CD549DBEB41F}" type="presParOf" srcId="{D3ABF7AD-40FC-4D0A-98A9-937F177F0110}" destId="{D32BCB01-9470-4402-956F-6F196E06C668}" srcOrd="0" destOrd="0" presId="urn:microsoft.com/office/officeart/2005/8/layout/list1"/>
    <dgm:cxn modelId="{5F7BF310-1744-48EB-9FD5-9E3C15BF0DA2}" type="presParOf" srcId="{D32BCB01-9470-4402-956F-6F196E06C668}" destId="{4DC167AD-D074-454B-B639-CE705175F812}" srcOrd="0" destOrd="0" presId="urn:microsoft.com/office/officeart/2005/8/layout/list1"/>
    <dgm:cxn modelId="{0A968FFD-D861-4E01-94C5-6737F97290E3}" type="presParOf" srcId="{D32BCB01-9470-4402-956F-6F196E06C668}" destId="{0C96D28B-BBB9-44AB-AD88-8E0C939564BD}" srcOrd="1" destOrd="0" presId="urn:microsoft.com/office/officeart/2005/8/layout/list1"/>
    <dgm:cxn modelId="{C268EA3C-6FD0-41E9-8668-D44E2686264A}" type="presParOf" srcId="{D3ABF7AD-40FC-4D0A-98A9-937F177F0110}" destId="{0CB5F454-A690-4576-A78F-236D03028BA3}" srcOrd="1" destOrd="0" presId="urn:microsoft.com/office/officeart/2005/8/layout/list1"/>
    <dgm:cxn modelId="{4899D778-E18B-46E0-B2AA-6BE3F2554613}" type="presParOf" srcId="{D3ABF7AD-40FC-4D0A-98A9-937F177F0110}" destId="{2E5E33AF-7668-4494-AFB8-E31EDD4EC34A}" srcOrd="2" destOrd="0" presId="urn:microsoft.com/office/officeart/2005/8/layout/list1"/>
    <dgm:cxn modelId="{CAC07608-160C-4DA5-8632-79CE16F1F02D}" type="presParOf" srcId="{D3ABF7AD-40FC-4D0A-98A9-937F177F0110}" destId="{AF5655DB-9BC6-4BF0-9035-9E0B1E909582}" srcOrd="3" destOrd="0" presId="urn:microsoft.com/office/officeart/2005/8/layout/list1"/>
    <dgm:cxn modelId="{965D40B3-B23A-4259-AB39-1DDA337A8F4D}" type="presParOf" srcId="{D3ABF7AD-40FC-4D0A-98A9-937F177F0110}" destId="{991E9D32-BDEA-4F21-930B-48A4BAED30EB}" srcOrd="4" destOrd="0" presId="urn:microsoft.com/office/officeart/2005/8/layout/list1"/>
    <dgm:cxn modelId="{04303967-6700-4FEE-87CA-06125FEBBE6E}" type="presParOf" srcId="{991E9D32-BDEA-4F21-930B-48A4BAED30EB}" destId="{F0BA080C-E765-4D41-9E53-47868F2B0232}" srcOrd="0" destOrd="0" presId="urn:microsoft.com/office/officeart/2005/8/layout/list1"/>
    <dgm:cxn modelId="{34DFB3DF-3DD6-4BA8-A4CA-5C601D7AC83C}" type="presParOf" srcId="{991E9D32-BDEA-4F21-930B-48A4BAED30EB}" destId="{1B8C13AD-1C11-4060-8EAB-0E31BD51FE5C}" srcOrd="1" destOrd="0" presId="urn:microsoft.com/office/officeart/2005/8/layout/list1"/>
    <dgm:cxn modelId="{D6C22C47-495A-45E9-9858-84D8272ECE10}" type="presParOf" srcId="{D3ABF7AD-40FC-4D0A-98A9-937F177F0110}" destId="{1B5BC37C-6D49-45D1-BE4C-178A4AA151BE}" srcOrd="5" destOrd="0" presId="urn:microsoft.com/office/officeart/2005/8/layout/list1"/>
    <dgm:cxn modelId="{6A150C69-E232-4843-8BA3-DFADC7BA4CAC}" type="presParOf" srcId="{D3ABF7AD-40FC-4D0A-98A9-937F177F0110}" destId="{11A69112-19D2-4D08-BF81-D04D93193E3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45B0D3F-776F-46B4-867A-1BA27C00E441}"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n-US"/>
        </a:p>
      </dgm:t>
    </dgm:pt>
    <dgm:pt modelId="{94EF9ABD-A31A-436F-BC37-F811FA3816B2}">
      <dgm:prSet phldrT="[Text]" phldr="0" custT="1"/>
      <dgm:spPr/>
      <dgm:t>
        <a:bodyPr/>
        <a:lstStyle/>
        <a:p>
          <a:pPr rtl="0"/>
          <a:r>
            <a:rPr lang="en-US" sz="3600" dirty="0">
              <a:latin typeface="ADLaM Display" panose="02010000000000000000" pitchFamily="2" charset="0"/>
              <a:ea typeface="ADLaM Display" panose="02010000000000000000" pitchFamily="2" charset="0"/>
              <a:cs typeface="ADLaM Display" panose="02010000000000000000" pitchFamily="2" charset="0"/>
            </a:rPr>
            <a:t>Preprocessing </a:t>
          </a:r>
        </a:p>
      </dgm:t>
    </dgm:pt>
    <dgm:pt modelId="{02E0EFEB-B569-44DA-BB62-CC1D56B8B444}" type="parTrans" cxnId="{D17E2A9A-3AD5-4992-8588-16DA625B1BDA}">
      <dgm:prSet/>
      <dgm:spPr/>
      <dgm:t>
        <a:bodyPr/>
        <a:lstStyle/>
        <a:p>
          <a:pPr rtl="0"/>
          <a:endParaRPr lang="en-US"/>
        </a:p>
      </dgm:t>
    </dgm:pt>
    <dgm:pt modelId="{35962851-3F80-4526-9CE3-F45655317404}" type="sibTrans" cxnId="{D17E2A9A-3AD5-4992-8588-16DA625B1BDA}">
      <dgm:prSet/>
      <dgm:spPr/>
      <dgm:t>
        <a:bodyPr/>
        <a:lstStyle/>
        <a:p>
          <a:pPr rtl="0"/>
          <a:endParaRPr lang="en-US"/>
        </a:p>
      </dgm:t>
    </dgm:pt>
    <dgm:pt modelId="{D29523B1-EE24-4CFA-B294-82AD8B6D98BA}">
      <dgm:prSet phldrT="[Text]" phldr="0" custT="1"/>
      <dgm:spPr/>
      <dgm:t>
        <a:bodyPr/>
        <a:lstStyle/>
        <a:p>
          <a:pPr rtl="0"/>
          <a:r>
            <a:rPr lang="en-US" sz="2400" dirty="0"/>
            <a:t>Label encoding for stops because it is ordinal feature (0,1, 2+)</a:t>
          </a:r>
        </a:p>
      </dgm:t>
    </dgm:pt>
    <dgm:pt modelId="{178B7BB5-8C17-4DEA-B157-BC500DCF34C1}" type="parTrans" cxnId="{724F9399-1FFA-4E35-8635-E82759171970}">
      <dgm:prSet/>
      <dgm:spPr/>
      <dgm:t>
        <a:bodyPr/>
        <a:lstStyle/>
        <a:p>
          <a:pPr rtl="0"/>
          <a:endParaRPr lang="en-US"/>
        </a:p>
      </dgm:t>
    </dgm:pt>
    <dgm:pt modelId="{8F1DB2B7-2FE7-46BE-90D2-B0D4490DA6E9}" type="sibTrans" cxnId="{724F9399-1FFA-4E35-8635-E82759171970}">
      <dgm:prSet/>
      <dgm:spPr/>
      <dgm:t>
        <a:bodyPr/>
        <a:lstStyle/>
        <a:p>
          <a:pPr rtl="0"/>
          <a:endParaRPr lang="en-US"/>
        </a:p>
      </dgm:t>
    </dgm:pt>
    <dgm:pt modelId="{F6C81764-1E7F-4946-BD5B-B6FB45CC1EE1}">
      <dgm:prSet phldrT="[Text]" phldr="0" custT="1"/>
      <dgm:spPr/>
      <dgm:t>
        <a:bodyPr/>
        <a:lstStyle/>
        <a:p>
          <a:pPr rtl="0"/>
          <a:r>
            <a:rPr lang="en-US" sz="3600" dirty="0">
              <a:latin typeface="ADLaM Display" panose="02010000000000000000" pitchFamily="2" charset="0"/>
              <a:ea typeface="ADLaM Display" panose="02010000000000000000" pitchFamily="2" charset="0"/>
              <a:cs typeface="ADLaM Display" panose="02010000000000000000" pitchFamily="2" charset="0"/>
            </a:rPr>
            <a:t>Model approach </a:t>
          </a:r>
        </a:p>
      </dgm:t>
    </dgm:pt>
    <dgm:pt modelId="{54D64E95-183C-4CA9-B36B-09244983827B}" type="parTrans" cxnId="{EC7FCF96-6D3D-4F4D-8FC6-1D2F79151C0B}">
      <dgm:prSet/>
      <dgm:spPr/>
      <dgm:t>
        <a:bodyPr/>
        <a:lstStyle/>
        <a:p>
          <a:pPr rtl="0"/>
          <a:endParaRPr lang="en-US"/>
        </a:p>
      </dgm:t>
    </dgm:pt>
    <dgm:pt modelId="{FC5D592E-9A43-4196-9845-BA70524AAB79}" type="sibTrans" cxnId="{EC7FCF96-6D3D-4F4D-8FC6-1D2F79151C0B}">
      <dgm:prSet/>
      <dgm:spPr/>
      <dgm:t>
        <a:bodyPr/>
        <a:lstStyle/>
        <a:p>
          <a:pPr rtl="0"/>
          <a:endParaRPr lang="en-US"/>
        </a:p>
      </dgm:t>
    </dgm:pt>
    <dgm:pt modelId="{4EFF16F3-3C90-49C9-A35B-5DDCA2DA74EC}">
      <dgm:prSet phldrT="[Text]" phldr="0" custT="1"/>
      <dgm:spPr/>
      <dgm:t>
        <a:bodyPr/>
        <a:lstStyle/>
        <a:p>
          <a:pPr rtl="0"/>
          <a:r>
            <a:rPr lang="en-US" sz="2400" dirty="0"/>
            <a:t>Hot encoding for all other categorical features </a:t>
          </a:r>
        </a:p>
      </dgm:t>
    </dgm:pt>
    <dgm:pt modelId="{06B66F00-8146-44E4-8AAB-7C63EC59F10D}" type="parTrans" cxnId="{9145CF9A-D720-4265-B3AB-C4C7CBBC832C}">
      <dgm:prSet/>
      <dgm:spPr/>
      <dgm:t>
        <a:bodyPr/>
        <a:lstStyle/>
        <a:p>
          <a:pPr rtl="0"/>
          <a:endParaRPr lang="en-US"/>
        </a:p>
      </dgm:t>
    </dgm:pt>
    <dgm:pt modelId="{116E1036-D3F7-47A9-97E7-4321BF52B62B}" type="sibTrans" cxnId="{9145CF9A-D720-4265-B3AB-C4C7CBBC832C}">
      <dgm:prSet/>
      <dgm:spPr/>
      <dgm:t>
        <a:bodyPr/>
        <a:lstStyle/>
        <a:p>
          <a:pPr rtl="0"/>
          <a:endParaRPr lang="en-US"/>
        </a:p>
      </dgm:t>
    </dgm:pt>
    <dgm:pt modelId="{76B6CB81-C4FA-4198-B925-802CC8229DE3}">
      <dgm:prSet phldrT="[Text]" phldr="0" custT="1"/>
      <dgm:spPr/>
      <dgm:t>
        <a:bodyPr/>
        <a:lstStyle/>
        <a:p>
          <a:pPr rtl="0"/>
          <a:r>
            <a:rPr lang="en-US" sz="2400" dirty="0"/>
            <a:t>Scaling for only linear regression using standard scaler</a:t>
          </a:r>
        </a:p>
      </dgm:t>
    </dgm:pt>
    <dgm:pt modelId="{EA097976-1F44-49F2-9484-20F21155927C}" type="parTrans" cxnId="{C1EDB947-3DFA-43CE-9DEF-F78A20C29E6A}">
      <dgm:prSet/>
      <dgm:spPr/>
      <dgm:t>
        <a:bodyPr/>
        <a:lstStyle/>
        <a:p>
          <a:pPr rtl="0"/>
          <a:endParaRPr lang="en-US"/>
        </a:p>
      </dgm:t>
    </dgm:pt>
    <dgm:pt modelId="{AF79306E-7309-48EA-BD65-50382FAF2A21}" type="sibTrans" cxnId="{C1EDB947-3DFA-43CE-9DEF-F78A20C29E6A}">
      <dgm:prSet/>
      <dgm:spPr/>
      <dgm:t>
        <a:bodyPr/>
        <a:lstStyle/>
        <a:p>
          <a:pPr rtl="0"/>
          <a:endParaRPr lang="en-US"/>
        </a:p>
      </dgm:t>
    </dgm:pt>
    <dgm:pt modelId="{64F2F5B3-462B-4BC7-9EEC-9953FCD4B6D9}">
      <dgm:prSet phldrT="[Text]" phldr="0" custT="1"/>
      <dgm:spPr/>
      <dgm:t>
        <a:bodyPr/>
        <a:lstStyle/>
        <a:p>
          <a:pPr rtl="0"/>
          <a:r>
            <a:rPr lang="en-US" sz="2400" dirty="0"/>
            <a:t>Models: regression models candidates</a:t>
          </a:r>
        </a:p>
      </dgm:t>
    </dgm:pt>
    <dgm:pt modelId="{36B97D62-95DA-4547-953F-C5953EF3BA4A}" type="parTrans" cxnId="{65D6C23E-1433-4DA3-8F01-1C190F3AA265}">
      <dgm:prSet/>
      <dgm:spPr/>
      <dgm:t>
        <a:bodyPr/>
        <a:lstStyle/>
        <a:p>
          <a:pPr rtl="0"/>
          <a:endParaRPr lang="en-US"/>
        </a:p>
      </dgm:t>
    </dgm:pt>
    <dgm:pt modelId="{FD764172-BB19-42D6-A517-E7C39F225E3E}" type="sibTrans" cxnId="{65D6C23E-1433-4DA3-8F01-1C190F3AA265}">
      <dgm:prSet/>
      <dgm:spPr/>
      <dgm:t>
        <a:bodyPr/>
        <a:lstStyle/>
        <a:p>
          <a:pPr rtl="0"/>
          <a:endParaRPr lang="en-US"/>
        </a:p>
      </dgm:t>
    </dgm:pt>
    <dgm:pt modelId="{221BA120-AA7C-4B5E-8EA5-B925C32C9B47}">
      <dgm:prSet phldrT="[Text]" phldr="0" custT="1"/>
      <dgm:spPr/>
      <dgm:t>
        <a:bodyPr/>
        <a:lstStyle/>
        <a:p>
          <a:pPr rtl="0"/>
          <a:r>
            <a:rPr lang="en-US" sz="2400" dirty="0"/>
            <a:t>Evaluation metrics:</a:t>
          </a:r>
        </a:p>
      </dgm:t>
    </dgm:pt>
    <dgm:pt modelId="{2145AAC5-D38A-4E7D-A1C5-D2E3C08511FF}" type="parTrans" cxnId="{224F1857-5EA0-4D69-8AB9-595406F0D08B}">
      <dgm:prSet/>
      <dgm:spPr/>
      <dgm:t>
        <a:bodyPr/>
        <a:lstStyle/>
        <a:p>
          <a:pPr rtl="0"/>
          <a:endParaRPr lang="en-US"/>
        </a:p>
      </dgm:t>
    </dgm:pt>
    <dgm:pt modelId="{5F34619F-9D74-4FB0-81A5-1761E1D071AA}" type="sibTrans" cxnId="{224F1857-5EA0-4D69-8AB9-595406F0D08B}">
      <dgm:prSet/>
      <dgm:spPr/>
      <dgm:t>
        <a:bodyPr/>
        <a:lstStyle/>
        <a:p>
          <a:pPr rtl="0"/>
          <a:endParaRPr lang="en-US"/>
        </a:p>
      </dgm:t>
    </dgm:pt>
    <dgm:pt modelId="{FC4A547B-127E-4D12-BC44-4AD18784610D}">
      <dgm:prSet phldrT="[Text]" phldr="0" custT="1"/>
      <dgm:spPr/>
      <dgm:t>
        <a:bodyPr/>
        <a:lstStyle/>
        <a:p>
          <a:pPr rtl="0"/>
          <a:r>
            <a:rPr lang="en-US" sz="2400" dirty="0"/>
            <a:t>Linear regression</a:t>
          </a:r>
        </a:p>
      </dgm:t>
    </dgm:pt>
    <dgm:pt modelId="{A6414C2E-3A6C-4B2F-9A72-42ACCFC25E37}" type="parTrans" cxnId="{81AC2BC3-6B77-46C8-B0A3-93A66EB70295}">
      <dgm:prSet/>
      <dgm:spPr/>
      <dgm:t>
        <a:bodyPr/>
        <a:lstStyle/>
        <a:p>
          <a:pPr rtl="0"/>
          <a:endParaRPr lang="en-US"/>
        </a:p>
      </dgm:t>
    </dgm:pt>
    <dgm:pt modelId="{C0908805-33B4-48D9-A1F9-23937E5943FC}" type="sibTrans" cxnId="{81AC2BC3-6B77-46C8-B0A3-93A66EB70295}">
      <dgm:prSet/>
      <dgm:spPr/>
      <dgm:t>
        <a:bodyPr/>
        <a:lstStyle/>
        <a:p>
          <a:pPr rtl="0"/>
          <a:endParaRPr lang="en-US"/>
        </a:p>
      </dgm:t>
    </dgm:pt>
    <dgm:pt modelId="{5FC3E234-435B-4ABA-B6B0-33DE9B0AF353}">
      <dgm:prSet phldrT="[Text]" phldr="0" custT="1"/>
      <dgm:spPr/>
      <dgm:t>
        <a:bodyPr/>
        <a:lstStyle/>
        <a:p>
          <a:pPr rtl="0"/>
          <a:r>
            <a:rPr lang="en-US" sz="2400" dirty="0"/>
            <a:t>Decision tree</a:t>
          </a:r>
        </a:p>
      </dgm:t>
    </dgm:pt>
    <dgm:pt modelId="{05CD07C1-3310-4A89-908C-35A95C1B9D0C}" type="parTrans" cxnId="{473AE778-F07D-4EC6-9A52-0A6FF84956A4}">
      <dgm:prSet/>
      <dgm:spPr/>
      <dgm:t>
        <a:bodyPr/>
        <a:lstStyle/>
        <a:p>
          <a:pPr rtl="0"/>
          <a:endParaRPr lang="en-US"/>
        </a:p>
      </dgm:t>
    </dgm:pt>
    <dgm:pt modelId="{8F944FF3-339B-4E50-B490-7D26E9963E3C}" type="sibTrans" cxnId="{473AE778-F07D-4EC6-9A52-0A6FF84956A4}">
      <dgm:prSet/>
      <dgm:spPr/>
      <dgm:t>
        <a:bodyPr/>
        <a:lstStyle/>
        <a:p>
          <a:pPr rtl="0"/>
          <a:endParaRPr lang="en-US"/>
        </a:p>
      </dgm:t>
    </dgm:pt>
    <dgm:pt modelId="{9E55ED65-647B-4CA5-B4B1-C25B73FF05C7}">
      <dgm:prSet phldrT="[Text]" phldr="0" custT="1"/>
      <dgm:spPr/>
      <dgm:t>
        <a:bodyPr/>
        <a:lstStyle/>
        <a:p>
          <a:pPr rtl="0"/>
          <a:r>
            <a:rPr lang="en-US" sz="2400" dirty="0"/>
            <a:t>Random forest</a:t>
          </a:r>
        </a:p>
      </dgm:t>
    </dgm:pt>
    <dgm:pt modelId="{7F05824A-B4BE-4996-98E0-4A697693AACF}" type="parTrans" cxnId="{A4891C02-1E56-496C-A5CB-4463630B5396}">
      <dgm:prSet/>
      <dgm:spPr/>
      <dgm:t>
        <a:bodyPr/>
        <a:lstStyle/>
        <a:p>
          <a:pPr rtl="0"/>
          <a:endParaRPr lang="en-US"/>
        </a:p>
      </dgm:t>
    </dgm:pt>
    <dgm:pt modelId="{525B4EDE-B0EA-45B7-A763-9D75D702301B}" type="sibTrans" cxnId="{A4891C02-1E56-496C-A5CB-4463630B5396}">
      <dgm:prSet/>
      <dgm:spPr/>
      <dgm:t>
        <a:bodyPr/>
        <a:lstStyle/>
        <a:p>
          <a:pPr rtl="0"/>
          <a:endParaRPr lang="en-US"/>
        </a:p>
      </dgm:t>
    </dgm:pt>
    <dgm:pt modelId="{6C85286E-531E-4E39-83A6-ACB03C50C236}">
      <dgm:prSet phldrT="[Text]" phldr="0" custT="1"/>
      <dgm:spPr/>
      <dgm:t>
        <a:bodyPr/>
        <a:lstStyle/>
        <a:p>
          <a:pPr rtl="0"/>
          <a:r>
            <a:rPr lang="en-US" sz="2400" dirty="0" err="1"/>
            <a:t>XGboost</a:t>
          </a:r>
          <a:r>
            <a:rPr lang="en-US" sz="2400" dirty="0"/>
            <a:t> </a:t>
          </a:r>
        </a:p>
      </dgm:t>
    </dgm:pt>
    <dgm:pt modelId="{5563617C-3F24-4544-89B0-CD449128F469}" type="parTrans" cxnId="{B6DCB947-A282-4043-AB09-327CA609AD32}">
      <dgm:prSet/>
      <dgm:spPr/>
      <dgm:t>
        <a:bodyPr/>
        <a:lstStyle/>
        <a:p>
          <a:pPr rtl="0"/>
          <a:endParaRPr lang="en-US"/>
        </a:p>
      </dgm:t>
    </dgm:pt>
    <dgm:pt modelId="{FEEA911E-F039-4D67-9B89-6DA010B3BEDA}" type="sibTrans" cxnId="{B6DCB947-A282-4043-AB09-327CA609AD32}">
      <dgm:prSet/>
      <dgm:spPr/>
      <dgm:t>
        <a:bodyPr/>
        <a:lstStyle/>
        <a:p>
          <a:pPr rtl="0"/>
          <a:endParaRPr lang="en-US"/>
        </a:p>
      </dgm:t>
    </dgm:pt>
    <dgm:pt modelId="{82F2A16A-2B1B-43CA-A601-181BA5B7CF4F}">
      <dgm:prSet phldrT="[Text]" phldr="0" custT="1"/>
      <dgm:spPr/>
      <dgm:t>
        <a:bodyPr/>
        <a:lstStyle/>
        <a:p>
          <a:pPr rtl="0">
            <a:buNone/>
          </a:pPr>
          <a:r>
            <a:rPr lang="en-US" sz="2400" b="1" dirty="0"/>
            <a:t>MAE </a:t>
          </a:r>
          <a:r>
            <a:rPr lang="en-US" sz="2400" dirty="0"/>
            <a:t>(Mean Absolute Error)</a:t>
          </a:r>
        </a:p>
      </dgm:t>
    </dgm:pt>
    <dgm:pt modelId="{D6A25F42-F0BB-454B-9277-5A43A2EAB1DD}" type="parTrans" cxnId="{6FC00912-5B9F-4E34-AF3A-084A134376FC}">
      <dgm:prSet/>
      <dgm:spPr/>
      <dgm:t>
        <a:bodyPr/>
        <a:lstStyle/>
        <a:p>
          <a:pPr rtl="0"/>
          <a:endParaRPr lang="en-US"/>
        </a:p>
      </dgm:t>
    </dgm:pt>
    <dgm:pt modelId="{62429EF7-C5ED-42C7-A267-1316F056D809}" type="sibTrans" cxnId="{6FC00912-5B9F-4E34-AF3A-084A134376FC}">
      <dgm:prSet/>
      <dgm:spPr/>
      <dgm:t>
        <a:bodyPr/>
        <a:lstStyle/>
        <a:p>
          <a:pPr rtl="0"/>
          <a:endParaRPr lang="en-US"/>
        </a:p>
      </dgm:t>
    </dgm:pt>
    <dgm:pt modelId="{A8D2BE00-401C-42E3-82F3-31C26F6CDCC3}">
      <dgm:prSet phldrT="[Text]" phldr="0" custT="1"/>
      <dgm:spPr/>
      <dgm:t>
        <a:bodyPr/>
        <a:lstStyle/>
        <a:p>
          <a:pPr rtl="0">
            <a:buNone/>
          </a:pPr>
          <a:r>
            <a:rPr lang="en-US" sz="2400" b="1" dirty="0"/>
            <a:t>RMSE</a:t>
          </a:r>
          <a:r>
            <a:rPr lang="en-US" sz="2400" dirty="0"/>
            <a:t> (Root Mean Squared Error)</a:t>
          </a:r>
        </a:p>
      </dgm:t>
    </dgm:pt>
    <dgm:pt modelId="{68633DC4-6E28-4943-8FDB-56419CF83B3C}" type="parTrans" cxnId="{9E3FEE10-1213-4C48-B1F9-0E66BC768BBC}">
      <dgm:prSet/>
      <dgm:spPr/>
      <dgm:t>
        <a:bodyPr/>
        <a:lstStyle/>
        <a:p>
          <a:pPr rtl="0"/>
          <a:endParaRPr lang="en-US"/>
        </a:p>
      </dgm:t>
    </dgm:pt>
    <dgm:pt modelId="{508EAD03-C58B-41CC-8DA3-F995E750F076}" type="sibTrans" cxnId="{9E3FEE10-1213-4C48-B1F9-0E66BC768BBC}">
      <dgm:prSet/>
      <dgm:spPr/>
      <dgm:t>
        <a:bodyPr/>
        <a:lstStyle/>
        <a:p>
          <a:pPr rtl="0"/>
          <a:endParaRPr lang="en-US"/>
        </a:p>
      </dgm:t>
    </dgm:pt>
    <dgm:pt modelId="{D2EC17CB-C4D9-4A09-9470-534A9E41B034}">
      <dgm:prSet phldrT="[Text]" phldr="0" custT="1"/>
      <dgm:spPr/>
      <dgm:t>
        <a:bodyPr/>
        <a:lstStyle/>
        <a:p>
          <a:pPr rtl="0">
            <a:buNone/>
          </a:pPr>
          <a:r>
            <a:rPr lang="en-US" sz="2400" b="1" dirty="0"/>
            <a:t>R²: (</a:t>
          </a:r>
          <a:r>
            <a:rPr lang="en-US" sz="2400" dirty="0"/>
            <a:t>Coefficient of Determination) </a:t>
          </a:r>
        </a:p>
      </dgm:t>
    </dgm:pt>
    <dgm:pt modelId="{5755798B-760A-4FC0-A051-589D0084B4F5}" type="parTrans" cxnId="{D4836B9D-B8D7-4074-B5F7-091B717ABBA3}">
      <dgm:prSet/>
      <dgm:spPr/>
      <dgm:t>
        <a:bodyPr/>
        <a:lstStyle/>
        <a:p>
          <a:pPr rtl="0"/>
          <a:endParaRPr lang="en-US"/>
        </a:p>
      </dgm:t>
    </dgm:pt>
    <dgm:pt modelId="{531CA132-7D9C-440B-9B7A-11FF5D80F433}" type="sibTrans" cxnId="{D4836B9D-B8D7-4074-B5F7-091B717ABBA3}">
      <dgm:prSet/>
      <dgm:spPr/>
      <dgm:t>
        <a:bodyPr/>
        <a:lstStyle/>
        <a:p>
          <a:pPr rtl="0"/>
          <a:endParaRPr lang="en-US"/>
        </a:p>
      </dgm:t>
    </dgm:pt>
    <dgm:pt modelId="{97D5821F-0349-42DA-94AA-8C93745930B4}">
      <dgm:prSet phldrT="[Text]" phldr="0" custT="1"/>
      <dgm:spPr/>
      <dgm:t>
        <a:bodyPr/>
        <a:lstStyle/>
        <a:p>
          <a:r>
            <a:rPr lang="en-US" sz="3600" dirty="0">
              <a:latin typeface="ADLaM Display" panose="02010000000000000000" pitchFamily="2" charset="0"/>
              <a:ea typeface="ADLaM Display" panose="02010000000000000000" pitchFamily="2" charset="0"/>
              <a:cs typeface="ADLaM Display" panose="02010000000000000000" pitchFamily="2" charset="0"/>
            </a:rPr>
            <a:t>Data frame</a:t>
          </a:r>
        </a:p>
      </dgm:t>
    </dgm:pt>
    <dgm:pt modelId="{5613551D-BD19-473D-81EC-F305B66192EB}" type="parTrans" cxnId="{182C2303-EE6D-485E-A353-EAF45E488DE6}">
      <dgm:prSet/>
      <dgm:spPr/>
      <dgm:t>
        <a:bodyPr/>
        <a:lstStyle/>
        <a:p>
          <a:endParaRPr lang="en-US"/>
        </a:p>
      </dgm:t>
    </dgm:pt>
    <dgm:pt modelId="{0AD973A5-9F39-44BF-94ED-6965AB1EFB26}" type="sibTrans" cxnId="{182C2303-EE6D-485E-A353-EAF45E488DE6}">
      <dgm:prSet/>
      <dgm:spPr/>
      <dgm:t>
        <a:bodyPr/>
        <a:lstStyle/>
        <a:p>
          <a:endParaRPr lang="en-US"/>
        </a:p>
      </dgm:t>
    </dgm:pt>
    <dgm:pt modelId="{7A96C070-C565-410C-AAEB-B72861E48A2A}">
      <dgm:prSet custT="1"/>
      <dgm:spPr/>
      <dgm:t>
        <a:bodyPr/>
        <a:lstStyle/>
        <a:p>
          <a:r>
            <a:rPr lang="en-US" sz="2400" dirty="0"/>
            <a:t>First will use baseline data frame without flight, this is important also for linear regression.</a:t>
          </a:r>
        </a:p>
      </dgm:t>
    </dgm:pt>
    <dgm:pt modelId="{D2231780-E6C2-4D16-A24E-C063B6A25B22}" type="parTrans" cxnId="{8BDB4810-7FC8-4F69-966E-BD899946B434}">
      <dgm:prSet/>
      <dgm:spPr/>
      <dgm:t>
        <a:bodyPr/>
        <a:lstStyle/>
        <a:p>
          <a:endParaRPr lang="en-US"/>
        </a:p>
      </dgm:t>
    </dgm:pt>
    <dgm:pt modelId="{13A4FF3C-7390-4679-A5FD-3A0B9A48E1C8}" type="sibTrans" cxnId="{8BDB4810-7FC8-4F69-966E-BD899946B434}">
      <dgm:prSet/>
      <dgm:spPr/>
      <dgm:t>
        <a:bodyPr/>
        <a:lstStyle/>
        <a:p>
          <a:endParaRPr lang="en-US"/>
        </a:p>
      </dgm:t>
    </dgm:pt>
    <dgm:pt modelId="{B9E52434-5620-4E03-AC2F-C93591287961}">
      <dgm:prSet custT="1"/>
      <dgm:spPr/>
      <dgm:t>
        <a:bodyPr/>
        <a:lstStyle/>
        <a:p>
          <a:r>
            <a:rPr lang="en-US" sz="2400" dirty="0"/>
            <a:t>Then use it with route and route frequency keeping source and destination cities. </a:t>
          </a:r>
        </a:p>
      </dgm:t>
    </dgm:pt>
    <dgm:pt modelId="{0790063F-9FE8-4317-814E-405EF8A7BE9B}" type="parTrans" cxnId="{652B491B-3D42-4933-BF0E-A260929DDDEF}">
      <dgm:prSet/>
      <dgm:spPr/>
      <dgm:t>
        <a:bodyPr/>
        <a:lstStyle/>
        <a:p>
          <a:endParaRPr lang="en-US"/>
        </a:p>
      </dgm:t>
    </dgm:pt>
    <dgm:pt modelId="{656AAA77-CA62-4F83-9CFF-0A3B4A078760}" type="sibTrans" cxnId="{652B491B-3D42-4933-BF0E-A260929DDDEF}">
      <dgm:prSet/>
      <dgm:spPr/>
      <dgm:t>
        <a:bodyPr/>
        <a:lstStyle/>
        <a:p>
          <a:endParaRPr lang="en-US"/>
        </a:p>
      </dgm:t>
    </dgm:pt>
    <dgm:pt modelId="{D708C693-B7AC-447A-A6DE-0FFC005ABDB3}">
      <dgm:prSet custT="1"/>
      <dgm:spPr/>
      <dgm:t>
        <a:bodyPr/>
        <a:lstStyle/>
        <a:p>
          <a:r>
            <a:rPr lang="en-US" sz="2400" dirty="0"/>
            <a:t>Then keep route and remove source and destination cities.</a:t>
          </a:r>
        </a:p>
      </dgm:t>
    </dgm:pt>
    <dgm:pt modelId="{E05093C8-2092-4F29-9C02-E475F4300358}" type="parTrans" cxnId="{FC1EF1C0-3811-45F9-AA80-D28212D1404D}">
      <dgm:prSet/>
      <dgm:spPr/>
      <dgm:t>
        <a:bodyPr/>
        <a:lstStyle/>
        <a:p>
          <a:endParaRPr lang="en-US"/>
        </a:p>
      </dgm:t>
    </dgm:pt>
    <dgm:pt modelId="{EB3185D1-BF10-49DA-8A05-6B321B5C5C3D}" type="sibTrans" cxnId="{FC1EF1C0-3811-45F9-AA80-D28212D1404D}">
      <dgm:prSet/>
      <dgm:spPr/>
      <dgm:t>
        <a:bodyPr/>
        <a:lstStyle/>
        <a:p>
          <a:endParaRPr lang="en-US"/>
        </a:p>
      </dgm:t>
    </dgm:pt>
    <dgm:pt modelId="{185294C6-E17B-4D19-9C2C-0E1FA7BAEA58}">
      <dgm:prSet/>
      <dgm:spPr/>
      <dgm:t>
        <a:bodyPr/>
        <a:lstStyle/>
        <a:p>
          <a:endParaRPr lang="en-US" sz="2200" dirty="0"/>
        </a:p>
      </dgm:t>
    </dgm:pt>
    <dgm:pt modelId="{30F01F81-AFA7-4D1C-9D7E-E6A06DCD8B4D}" type="parTrans" cxnId="{4E7829B9-245E-4CB6-87BB-BD9EB0369173}">
      <dgm:prSet/>
      <dgm:spPr/>
      <dgm:t>
        <a:bodyPr/>
        <a:lstStyle/>
        <a:p>
          <a:endParaRPr lang="en-US"/>
        </a:p>
      </dgm:t>
    </dgm:pt>
    <dgm:pt modelId="{37AC8B78-3F16-4AB9-9A61-195BC5F962CE}" type="sibTrans" cxnId="{4E7829B9-245E-4CB6-87BB-BD9EB0369173}">
      <dgm:prSet/>
      <dgm:spPr/>
      <dgm:t>
        <a:bodyPr/>
        <a:lstStyle/>
        <a:p>
          <a:endParaRPr lang="en-US"/>
        </a:p>
      </dgm:t>
    </dgm:pt>
    <dgm:pt modelId="{78ED65A2-F658-46E6-AE3F-DC9F32DCCA06}" type="pres">
      <dgm:prSet presAssocID="{145B0D3F-776F-46B4-867A-1BA27C00E441}" presName="Name0" presStyleCnt="0">
        <dgm:presLayoutVars>
          <dgm:dir/>
          <dgm:animLvl val="lvl"/>
          <dgm:resizeHandles val="exact"/>
        </dgm:presLayoutVars>
      </dgm:prSet>
      <dgm:spPr/>
    </dgm:pt>
    <dgm:pt modelId="{201DB8EB-5302-4CF0-9D44-874E37A3E958}" type="pres">
      <dgm:prSet presAssocID="{94EF9ABD-A31A-436F-BC37-F811FA3816B2}" presName="compositeNode" presStyleCnt="0">
        <dgm:presLayoutVars>
          <dgm:bulletEnabled val="1"/>
        </dgm:presLayoutVars>
      </dgm:prSet>
      <dgm:spPr/>
    </dgm:pt>
    <dgm:pt modelId="{8AA9C060-1178-4707-B665-5E57114FD888}" type="pres">
      <dgm:prSet presAssocID="{94EF9ABD-A31A-436F-BC37-F811FA3816B2}" presName="bgRect" presStyleLbl="node1" presStyleIdx="0" presStyleCnt="3"/>
      <dgm:spPr/>
    </dgm:pt>
    <dgm:pt modelId="{76DF0A6F-F825-4E52-BBF1-0B66B4722324}" type="pres">
      <dgm:prSet presAssocID="{94EF9ABD-A31A-436F-BC37-F811FA3816B2}" presName="parentNode" presStyleLbl="node1" presStyleIdx="0" presStyleCnt="3">
        <dgm:presLayoutVars>
          <dgm:chMax val="0"/>
          <dgm:bulletEnabled val="1"/>
        </dgm:presLayoutVars>
      </dgm:prSet>
      <dgm:spPr/>
    </dgm:pt>
    <dgm:pt modelId="{25C1CE98-A513-4187-92B4-64948A472FD7}" type="pres">
      <dgm:prSet presAssocID="{94EF9ABD-A31A-436F-BC37-F811FA3816B2}" presName="childNode" presStyleLbl="node1" presStyleIdx="0" presStyleCnt="3">
        <dgm:presLayoutVars>
          <dgm:bulletEnabled val="1"/>
        </dgm:presLayoutVars>
      </dgm:prSet>
      <dgm:spPr/>
    </dgm:pt>
    <dgm:pt modelId="{8D234791-1805-4499-A076-0D9254A0AF91}" type="pres">
      <dgm:prSet presAssocID="{35962851-3F80-4526-9CE3-F45655317404}" presName="hSp" presStyleCnt="0"/>
      <dgm:spPr/>
    </dgm:pt>
    <dgm:pt modelId="{0D1558C7-C258-4216-9C68-F96AA1A6E3B4}" type="pres">
      <dgm:prSet presAssocID="{35962851-3F80-4526-9CE3-F45655317404}" presName="vProcSp" presStyleCnt="0"/>
      <dgm:spPr/>
    </dgm:pt>
    <dgm:pt modelId="{7DA98323-E93F-423C-BC40-E7892EF9F647}" type="pres">
      <dgm:prSet presAssocID="{35962851-3F80-4526-9CE3-F45655317404}" presName="vSp1" presStyleCnt="0"/>
      <dgm:spPr/>
    </dgm:pt>
    <dgm:pt modelId="{695D78CB-25AA-4822-AB64-2B312901C038}" type="pres">
      <dgm:prSet presAssocID="{35962851-3F80-4526-9CE3-F45655317404}" presName="simulatedConn" presStyleLbl="solidFgAcc1" presStyleIdx="0" presStyleCnt="2"/>
      <dgm:spPr/>
    </dgm:pt>
    <dgm:pt modelId="{1C222E74-43DE-4B20-94BC-AEFB275C30D8}" type="pres">
      <dgm:prSet presAssocID="{35962851-3F80-4526-9CE3-F45655317404}" presName="vSp2" presStyleCnt="0"/>
      <dgm:spPr/>
    </dgm:pt>
    <dgm:pt modelId="{18F35244-0A5A-4397-B394-741AE883A8EB}" type="pres">
      <dgm:prSet presAssocID="{35962851-3F80-4526-9CE3-F45655317404}" presName="sibTrans" presStyleCnt="0"/>
      <dgm:spPr/>
    </dgm:pt>
    <dgm:pt modelId="{CEB60311-EA66-466B-81DE-DAC49E28ACE9}" type="pres">
      <dgm:prSet presAssocID="{F6C81764-1E7F-4946-BD5B-B6FB45CC1EE1}" presName="compositeNode" presStyleCnt="0">
        <dgm:presLayoutVars>
          <dgm:bulletEnabled val="1"/>
        </dgm:presLayoutVars>
      </dgm:prSet>
      <dgm:spPr/>
    </dgm:pt>
    <dgm:pt modelId="{15418336-ABE6-438C-999C-75BCAA273EF3}" type="pres">
      <dgm:prSet presAssocID="{F6C81764-1E7F-4946-BD5B-B6FB45CC1EE1}" presName="bgRect" presStyleLbl="node1" presStyleIdx="1" presStyleCnt="3"/>
      <dgm:spPr/>
    </dgm:pt>
    <dgm:pt modelId="{71373E35-7B44-459F-94BA-9620BA05E7A9}" type="pres">
      <dgm:prSet presAssocID="{F6C81764-1E7F-4946-BD5B-B6FB45CC1EE1}" presName="parentNode" presStyleLbl="node1" presStyleIdx="1" presStyleCnt="3">
        <dgm:presLayoutVars>
          <dgm:chMax val="0"/>
          <dgm:bulletEnabled val="1"/>
        </dgm:presLayoutVars>
      </dgm:prSet>
      <dgm:spPr/>
    </dgm:pt>
    <dgm:pt modelId="{65C4001D-90F5-4F9E-8570-92559AF68456}" type="pres">
      <dgm:prSet presAssocID="{F6C81764-1E7F-4946-BD5B-B6FB45CC1EE1}" presName="childNode" presStyleLbl="node1" presStyleIdx="1" presStyleCnt="3">
        <dgm:presLayoutVars>
          <dgm:bulletEnabled val="1"/>
        </dgm:presLayoutVars>
      </dgm:prSet>
      <dgm:spPr/>
    </dgm:pt>
    <dgm:pt modelId="{AB25A064-E875-48F4-B7D9-7DA4D7036B7F}" type="pres">
      <dgm:prSet presAssocID="{FC5D592E-9A43-4196-9845-BA70524AAB79}" presName="hSp" presStyleCnt="0"/>
      <dgm:spPr/>
    </dgm:pt>
    <dgm:pt modelId="{C0BC9845-F962-46F8-B45D-4619A91EB03E}" type="pres">
      <dgm:prSet presAssocID="{FC5D592E-9A43-4196-9845-BA70524AAB79}" presName="vProcSp" presStyleCnt="0"/>
      <dgm:spPr/>
    </dgm:pt>
    <dgm:pt modelId="{A310F4F3-9FC1-4ABB-9962-FBCE3482E080}" type="pres">
      <dgm:prSet presAssocID="{FC5D592E-9A43-4196-9845-BA70524AAB79}" presName="vSp1" presStyleCnt="0"/>
      <dgm:spPr/>
    </dgm:pt>
    <dgm:pt modelId="{B49A8EC2-8AA5-46F9-9F65-61A4A4FEFBAC}" type="pres">
      <dgm:prSet presAssocID="{FC5D592E-9A43-4196-9845-BA70524AAB79}" presName="simulatedConn" presStyleLbl="solidFgAcc1" presStyleIdx="1" presStyleCnt="2"/>
      <dgm:spPr/>
    </dgm:pt>
    <dgm:pt modelId="{15AA825F-A419-4053-8F6E-DF9EA98111B9}" type="pres">
      <dgm:prSet presAssocID="{FC5D592E-9A43-4196-9845-BA70524AAB79}" presName="vSp2" presStyleCnt="0"/>
      <dgm:spPr/>
    </dgm:pt>
    <dgm:pt modelId="{0C39CB51-E6F3-4B28-9EF2-B34172B1D15A}" type="pres">
      <dgm:prSet presAssocID="{FC5D592E-9A43-4196-9845-BA70524AAB79}" presName="sibTrans" presStyleCnt="0"/>
      <dgm:spPr/>
    </dgm:pt>
    <dgm:pt modelId="{69F098C1-3780-43A1-8A82-93183305CC04}" type="pres">
      <dgm:prSet presAssocID="{97D5821F-0349-42DA-94AA-8C93745930B4}" presName="compositeNode" presStyleCnt="0">
        <dgm:presLayoutVars>
          <dgm:bulletEnabled val="1"/>
        </dgm:presLayoutVars>
      </dgm:prSet>
      <dgm:spPr/>
    </dgm:pt>
    <dgm:pt modelId="{9D1BE952-B66B-42E0-8081-73942A87584C}" type="pres">
      <dgm:prSet presAssocID="{97D5821F-0349-42DA-94AA-8C93745930B4}" presName="bgRect" presStyleLbl="node1" presStyleIdx="2" presStyleCnt="3"/>
      <dgm:spPr/>
    </dgm:pt>
    <dgm:pt modelId="{44D52B04-9BCE-4B3E-BA66-EC3DD8EF4378}" type="pres">
      <dgm:prSet presAssocID="{97D5821F-0349-42DA-94AA-8C93745930B4}" presName="parentNode" presStyleLbl="node1" presStyleIdx="2" presStyleCnt="3">
        <dgm:presLayoutVars>
          <dgm:chMax val="0"/>
          <dgm:bulletEnabled val="1"/>
        </dgm:presLayoutVars>
      </dgm:prSet>
      <dgm:spPr/>
    </dgm:pt>
    <dgm:pt modelId="{98DB3688-AC2A-40D7-9E31-FD95D6122B61}" type="pres">
      <dgm:prSet presAssocID="{97D5821F-0349-42DA-94AA-8C93745930B4}" presName="childNode" presStyleLbl="node1" presStyleIdx="2" presStyleCnt="3">
        <dgm:presLayoutVars>
          <dgm:bulletEnabled val="1"/>
        </dgm:presLayoutVars>
      </dgm:prSet>
      <dgm:spPr/>
    </dgm:pt>
  </dgm:ptLst>
  <dgm:cxnLst>
    <dgm:cxn modelId="{A4891C02-1E56-496C-A5CB-4463630B5396}" srcId="{64F2F5B3-462B-4BC7-9EEC-9953FCD4B6D9}" destId="{9E55ED65-647B-4CA5-B4B1-C25B73FF05C7}" srcOrd="2" destOrd="0" parTransId="{7F05824A-B4BE-4996-98E0-4A697693AACF}" sibTransId="{525B4EDE-B0EA-45B7-A763-9D75D702301B}"/>
    <dgm:cxn modelId="{182C2303-EE6D-485E-A353-EAF45E488DE6}" srcId="{145B0D3F-776F-46B4-867A-1BA27C00E441}" destId="{97D5821F-0349-42DA-94AA-8C93745930B4}" srcOrd="2" destOrd="0" parTransId="{5613551D-BD19-473D-81EC-F305B66192EB}" sibTransId="{0AD973A5-9F39-44BF-94ED-6965AB1EFB26}"/>
    <dgm:cxn modelId="{B274DA03-107A-4FA5-BA4A-5F02652CD869}" type="presOf" srcId="{185294C6-E17B-4D19-9C2C-0E1FA7BAEA58}" destId="{98DB3688-AC2A-40D7-9E31-FD95D6122B61}" srcOrd="0" destOrd="3" presId="urn:microsoft.com/office/officeart/2005/8/layout/hProcess7"/>
    <dgm:cxn modelId="{8910BF04-65C2-445F-A01E-F79F42172649}" type="presOf" srcId="{82F2A16A-2B1B-43CA-A601-181BA5B7CF4F}" destId="{65C4001D-90F5-4F9E-8570-92559AF68456}" srcOrd="0" destOrd="6" presId="urn:microsoft.com/office/officeart/2005/8/layout/hProcess7"/>
    <dgm:cxn modelId="{8BDB4810-7FC8-4F69-966E-BD899946B434}" srcId="{97D5821F-0349-42DA-94AA-8C93745930B4}" destId="{7A96C070-C565-410C-AAEB-B72861E48A2A}" srcOrd="0" destOrd="0" parTransId="{D2231780-E6C2-4D16-A24E-C063B6A25B22}" sibTransId="{13A4FF3C-7390-4679-A5FD-3A0B9A48E1C8}"/>
    <dgm:cxn modelId="{9E3FEE10-1213-4C48-B1F9-0E66BC768BBC}" srcId="{221BA120-AA7C-4B5E-8EA5-B925C32C9B47}" destId="{A8D2BE00-401C-42E3-82F3-31C26F6CDCC3}" srcOrd="1" destOrd="0" parTransId="{68633DC4-6E28-4943-8FDB-56419CF83B3C}" sibTransId="{508EAD03-C58B-41CC-8DA3-F995E750F076}"/>
    <dgm:cxn modelId="{B6333F11-EFE2-4AD2-B69D-089483EA4400}" type="presOf" srcId="{94EF9ABD-A31A-436F-BC37-F811FA3816B2}" destId="{76DF0A6F-F825-4E52-BBF1-0B66B4722324}" srcOrd="1" destOrd="0" presId="urn:microsoft.com/office/officeart/2005/8/layout/hProcess7"/>
    <dgm:cxn modelId="{6FC00912-5B9F-4E34-AF3A-084A134376FC}" srcId="{221BA120-AA7C-4B5E-8EA5-B925C32C9B47}" destId="{82F2A16A-2B1B-43CA-A601-181BA5B7CF4F}" srcOrd="0" destOrd="0" parTransId="{D6A25F42-F0BB-454B-9277-5A43A2EAB1DD}" sibTransId="{62429EF7-C5ED-42C7-A267-1316F056D809}"/>
    <dgm:cxn modelId="{2A274518-526E-42BB-B088-202C756A15B3}" type="presOf" srcId="{B9E52434-5620-4E03-AC2F-C93591287961}" destId="{98DB3688-AC2A-40D7-9E31-FD95D6122B61}" srcOrd="0" destOrd="1" presId="urn:microsoft.com/office/officeart/2005/8/layout/hProcess7"/>
    <dgm:cxn modelId="{652B491B-3D42-4933-BF0E-A260929DDDEF}" srcId="{97D5821F-0349-42DA-94AA-8C93745930B4}" destId="{B9E52434-5620-4E03-AC2F-C93591287961}" srcOrd="1" destOrd="0" parTransId="{0790063F-9FE8-4317-814E-405EF8A7BE9B}" sibTransId="{656AAA77-CA62-4F83-9CFF-0A3B4A078760}"/>
    <dgm:cxn modelId="{385A9423-1B09-4DB9-9036-1566E55F9D33}" type="presOf" srcId="{221BA120-AA7C-4B5E-8EA5-B925C32C9B47}" destId="{65C4001D-90F5-4F9E-8570-92559AF68456}" srcOrd="0" destOrd="5" presId="urn:microsoft.com/office/officeart/2005/8/layout/hProcess7"/>
    <dgm:cxn modelId="{0926492A-6A0B-42E2-BDA8-E781E45DA19E}" type="presOf" srcId="{145B0D3F-776F-46B4-867A-1BA27C00E441}" destId="{78ED65A2-F658-46E6-AE3F-DC9F32DCCA06}" srcOrd="0" destOrd="0" presId="urn:microsoft.com/office/officeart/2005/8/layout/hProcess7"/>
    <dgm:cxn modelId="{0DD6122D-6E2A-40CA-B072-157A326CEBC2}" type="presOf" srcId="{5FC3E234-435B-4ABA-B6B0-33DE9B0AF353}" destId="{65C4001D-90F5-4F9E-8570-92559AF68456}" srcOrd="0" destOrd="2" presId="urn:microsoft.com/office/officeart/2005/8/layout/hProcess7"/>
    <dgm:cxn modelId="{65D6C23E-1433-4DA3-8F01-1C190F3AA265}" srcId="{F6C81764-1E7F-4946-BD5B-B6FB45CC1EE1}" destId="{64F2F5B3-462B-4BC7-9EEC-9953FCD4B6D9}" srcOrd="0" destOrd="0" parTransId="{36B97D62-95DA-4547-953F-C5953EF3BA4A}" sibTransId="{FD764172-BB19-42D6-A517-E7C39F225E3E}"/>
    <dgm:cxn modelId="{30B6EB40-D052-4CA0-B177-20A6D587D8A1}" type="presOf" srcId="{97D5821F-0349-42DA-94AA-8C93745930B4}" destId="{44D52B04-9BCE-4B3E-BA66-EC3DD8EF4378}" srcOrd="1" destOrd="0" presId="urn:microsoft.com/office/officeart/2005/8/layout/hProcess7"/>
    <dgm:cxn modelId="{10315747-C253-460D-83D9-FE29A81FD66C}" type="presOf" srcId="{9E55ED65-647B-4CA5-B4B1-C25B73FF05C7}" destId="{65C4001D-90F5-4F9E-8570-92559AF68456}" srcOrd="0" destOrd="3" presId="urn:microsoft.com/office/officeart/2005/8/layout/hProcess7"/>
    <dgm:cxn modelId="{B6DCB947-A282-4043-AB09-327CA609AD32}" srcId="{64F2F5B3-462B-4BC7-9EEC-9953FCD4B6D9}" destId="{6C85286E-531E-4E39-83A6-ACB03C50C236}" srcOrd="3" destOrd="0" parTransId="{5563617C-3F24-4544-89B0-CD449128F469}" sibTransId="{FEEA911E-F039-4D67-9B89-6DA010B3BEDA}"/>
    <dgm:cxn modelId="{C1EDB947-3DFA-43CE-9DEF-F78A20C29E6A}" srcId="{94EF9ABD-A31A-436F-BC37-F811FA3816B2}" destId="{76B6CB81-C4FA-4198-B925-802CC8229DE3}" srcOrd="2" destOrd="0" parTransId="{EA097976-1F44-49F2-9484-20F21155927C}" sibTransId="{AF79306E-7309-48EA-BD65-50382FAF2A21}"/>
    <dgm:cxn modelId="{6DFEF067-4DB4-4015-90C9-861B91FAA261}" type="presOf" srcId="{4EFF16F3-3C90-49C9-A35B-5DDCA2DA74EC}" destId="{25C1CE98-A513-4187-92B4-64948A472FD7}" srcOrd="0" destOrd="1" presId="urn:microsoft.com/office/officeart/2005/8/layout/hProcess7"/>
    <dgm:cxn modelId="{F8E5076D-14E9-4AE0-A724-0705DBEB4602}" type="presOf" srcId="{D29523B1-EE24-4CFA-B294-82AD8B6D98BA}" destId="{25C1CE98-A513-4187-92B4-64948A472FD7}" srcOrd="0" destOrd="0" presId="urn:microsoft.com/office/officeart/2005/8/layout/hProcess7"/>
    <dgm:cxn modelId="{2FCA5F73-5609-4643-B8E8-BF940D63F34F}" type="presOf" srcId="{7A96C070-C565-410C-AAEB-B72861E48A2A}" destId="{98DB3688-AC2A-40D7-9E31-FD95D6122B61}" srcOrd="0" destOrd="0" presId="urn:microsoft.com/office/officeart/2005/8/layout/hProcess7"/>
    <dgm:cxn modelId="{224F1857-5EA0-4D69-8AB9-595406F0D08B}" srcId="{F6C81764-1E7F-4946-BD5B-B6FB45CC1EE1}" destId="{221BA120-AA7C-4B5E-8EA5-B925C32C9B47}" srcOrd="1" destOrd="0" parTransId="{2145AAC5-D38A-4E7D-A1C5-D2E3C08511FF}" sibTransId="{5F34619F-9D74-4FB0-81A5-1761E1D071AA}"/>
    <dgm:cxn modelId="{473AE778-F07D-4EC6-9A52-0A6FF84956A4}" srcId="{64F2F5B3-462B-4BC7-9EEC-9953FCD4B6D9}" destId="{5FC3E234-435B-4ABA-B6B0-33DE9B0AF353}" srcOrd="1" destOrd="0" parTransId="{05CD07C1-3310-4A89-908C-35A95C1B9D0C}" sibTransId="{8F944FF3-339B-4E50-B490-7D26E9963E3C}"/>
    <dgm:cxn modelId="{87A7B28C-60F0-4D12-B673-8B6912987B7A}" type="presOf" srcId="{D2EC17CB-C4D9-4A09-9470-534A9E41B034}" destId="{65C4001D-90F5-4F9E-8570-92559AF68456}" srcOrd="0" destOrd="8" presId="urn:microsoft.com/office/officeart/2005/8/layout/hProcess7"/>
    <dgm:cxn modelId="{7F52B592-9488-4DD8-9617-BCA120F2DDB5}" type="presOf" srcId="{F6C81764-1E7F-4946-BD5B-B6FB45CC1EE1}" destId="{71373E35-7B44-459F-94BA-9620BA05E7A9}" srcOrd="1" destOrd="0" presId="urn:microsoft.com/office/officeart/2005/8/layout/hProcess7"/>
    <dgm:cxn modelId="{EC7FCF96-6D3D-4F4D-8FC6-1D2F79151C0B}" srcId="{145B0D3F-776F-46B4-867A-1BA27C00E441}" destId="{F6C81764-1E7F-4946-BD5B-B6FB45CC1EE1}" srcOrd="1" destOrd="0" parTransId="{54D64E95-183C-4CA9-B36B-09244983827B}" sibTransId="{FC5D592E-9A43-4196-9845-BA70524AAB79}"/>
    <dgm:cxn modelId="{724F9399-1FFA-4E35-8635-E82759171970}" srcId="{94EF9ABD-A31A-436F-BC37-F811FA3816B2}" destId="{D29523B1-EE24-4CFA-B294-82AD8B6D98BA}" srcOrd="0" destOrd="0" parTransId="{178B7BB5-8C17-4DEA-B157-BC500DCF34C1}" sibTransId="{8F1DB2B7-2FE7-46BE-90D2-B0D4490DA6E9}"/>
    <dgm:cxn modelId="{D17E2A9A-3AD5-4992-8588-16DA625B1BDA}" srcId="{145B0D3F-776F-46B4-867A-1BA27C00E441}" destId="{94EF9ABD-A31A-436F-BC37-F811FA3816B2}" srcOrd="0" destOrd="0" parTransId="{02E0EFEB-B569-44DA-BB62-CC1D56B8B444}" sibTransId="{35962851-3F80-4526-9CE3-F45655317404}"/>
    <dgm:cxn modelId="{9145CF9A-D720-4265-B3AB-C4C7CBBC832C}" srcId="{94EF9ABD-A31A-436F-BC37-F811FA3816B2}" destId="{4EFF16F3-3C90-49C9-A35B-5DDCA2DA74EC}" srcOrd="1" destOrd="0" parTransId="{06B66F00-8146-44E4-8AAB-7C63EC59F10D}" sibTransId="{116E1036-D3F7-47A9-97E7-4321BF52B62B}"/>
    <dgm:cxn modelId="{D4836B9D-B8D7-4074-B5F7-091B717ABBA3}" srcId="{221BA120-AA7C-4B5E-8EA5-B925C32C9B47}" destId="{D2EC17CB-C4D9-4A09-9470-534A9E41B034}" srcOrd="2" destOrd="0" parTransId="{5755798B-760A-4FC0-A051-589D0084B4F5}" sibTransId="{531CA132-7D9C-440B-9B7A-11FF5D80F433}"/>
    <dgm:cxn modelId="{302A58A1-6E55-421D-BAB2-19DA4D7D60CC}" type="presOf" srcId="{94EF9ABD-A31A-436F-BC37-F811FA3816B2}" destId="{8AA9C060-1178-4707-B665-5E57114FD888}" srcOrd="0" destOrd="0" presId="urn:microsoft.com/office/officeart/2005/8/layout/hProcess7"/>
    <dgm:cxn modelId="{7E1CFCA4-6296-440B-B600-3A52BEF3B40D}" type="presOf" srcId="{76B6CB81-C4FA-4198-B925-802CC8229DE3}" destId="{25C1CE98-A513-4187-92B4-64948A472FD7}" srcOrd="0" destOrd="2" presId="urn:microsoft.com/office/officeart/2005/8/layout/hProcess7"/>
    <dgm:cxn modelId="{BC8583A8-293E-4AC0-A4AD-1D37C2245D9A}" type="presOf" srcId="{A8D2BE00-401C-42E3-82F3-31C26F6CDCC3}" destId="{65C4001D-90F5-4F9E-8570-92559AF68456}" srcOrd="0" destOrd="7" presId="urn:microsoft.com/office/officeart/2005/8/layout/hProcess7"/>
    <dgm:cxn modelId="{D7C1DFA9-49F3-4AD5-94FE-4ED046D47FDE}" type="presOf" srcId="{FC4A547B-127E-4D12-BC44-4AD18784610D}" destId="{65C4001D-90F5-4F9E-8570-92559AF68456}" srcOrd="0" destOrd="1" presId="urn:microsoft.com/office/officeart/2005/8/layout/hProcess7"/>
    <dgm:cxn modelId="{4E7829B9-245E-4CB6-87BB-BD9EB0369173}" srcId="{97D5821F-0349-42DA-94AA-8C93745930B4}" destId="{185294C6-E17B-4D19-9C2C-0E1FA7BAEA58}" srcOrd="3" destOrd="0" parTransId="{30F01F81-AFA7-4D1C-9D7E-E6A06DCD8B4D}" sibTransId="{37AC8B78-3F16-4AB9-9A61-195BC5F962CE}"/>
    <dgm:cxn modelId="{5C1C33BA-36B1-4ACB-B926-3BC90A9D4381}" type="presOf" srcId="{F6C81764-1E7F-4946-BD5B-B6FB45CC1EE1}" destId="{15418336-ABE6-438C-999C-75BCAA273EF3}" srcOrd="0" destOrd="0" presId="urn:microsoft.com/office/officeart/2005/8/layout/hProcess7"/>
    <dgm:cxn modelId="{FFB891BD-2CA1-4812-87C7-FC378B09103F}" type="presOf" srcId="{6C85286E-531E-4E39-83A6-ACB03C50C236}" destId="{65C4001D-90F5-4F9E-8570-92559AF68456}" srcOrd="0" destOrd="4" presId="urn:microsoft.com/office/officeart/2005/8/layout/hProcess7"/>
    <dgm:cxn modelId="{FC1EF1C0-3811-45F9-AA80-D28212D1404D}" srcId="{97D5821F-0349-42DA-94AA-8C93745930B4}" destId="{D708C693-B7AC-447A-A6DE-0FFC005ABDB3}" srcOrd="2" destOrd="0" parTransId="{E05093C8-2092-4F29-9C02-E475F4300358}" sibTransId="{EB3185D1-BF10-49DA-8A05-6B321B5C5C3D}"/>
    <dgm:cxn modelId="{81AC2BC3-6B77-46C8-B0A3-93A66EB70295}" srcId="{64F2F5B3-462B-4BC7-9EEC-9953FCD4B6D9}" destId="{FC4A547B-127E-4D12-BC44-4AD18784610D}" srcOrd="0" destOrd="0" parTransId="{A6414C2E-3A6C-4B2F-9A72-42ACCFC25E37}" sibTransId="{C0908805-33B4-48D9-A1F9-23937E5943FC}"/>
    <dgm:cxn modelId="{27BFA2E1-1444-447A-9921-F17B62ABC381}" type="presOf" srcId="{64F2F5B3-462B-4BC7-9EEC-9953FCD4B6D9}" destId="{65C4001D-90F5-4F9E-8570-92559AF68456}" srcOrd="0" destOrd="0" presId="urn:microsoft.com/office/officeart/2005/8/layout/hProcess7"/>
    <dgm:cxn modelId="{07ECD5E2-9F6F-4BAC-8E2E-C04F6C43A4DA}" type="presOf" srcId="{97D5821F-0349-42DA-94AA-8C93745930B4}" destId="{9D1BE952-B66B-42E0-8081-73942A87584C}" srcOrd="0" destOrd="0" presId="urn:microsoft.com/office/officeart/2005/8/layout/hProcess7"/>
    <dgm:cxn modelId="{14690AFF-D5FF-4B27-9637-9381DD8D14B4}" type="presOf" srcId="{D708C693-B7AC-447A-A6DE-0FFC005ABDB3}" destId="{98DB3688-AC2A-40D7-9E31-FD95D6122B61}" srcOrd="0" destOrd="2" presId="urn:microsoft.com/office/officeart/2005/8/layout/hProcess7"/>
    <dgm:cxn modelId="{AA8762DA-E5B6-4A0E-954C-23E402BC2962}" type="presParOf" srcId="{78ED65A2-F658-46E6-AE3F-DC9F32DCCA06}" destId="{201DB8EB-5302-4CF0-9D44-874E37A3E958}" srcOrd="0" destOrd="0" presId="urn:microsoft.com/office/officeart/2005/8/layout/hProcess7"/>
    <dgm:cxn modelId="{8DC3A006-5756-44D2-B284-67B1761F6D13}" type="presParOf" srcId="{201DB8EB-5302-4CF0-9D44-874E37A3E958}" destId="{8AA9C060-1178-4707-B665-5E57114FD888}" srcOrd="0" destOrd="0" presId="urn:microsoft.com/office/officeart/2005/8/layout/hProcess7"/>
    <dgm:cxn modelId="{EE704F80-EB51-4229-9ACA-B42B0CFE8910}" type="presParOf" srcId="{201DB8EB-5302-4CF0-9D44-874E37A3E958}" destId="{76DF0A6F-F825-4E52-BBF1-0B66B4722324}" srcOrd="1" destOrd="0" presId="urn:microsoft.com/office/officeart/2005/8/layout/hProcess7"/>
    <dgm:cxn modelId="{B7B4D633-CC8D-4433-8483-884106F59E89}" type="presParOf" srcId="{201DB8EB-5302-4CF0-9D44-874E37A3E958}" destId="{25C1CE98-A513-4187-92B4-64948A472FD7}" srcOrd="2" destOrd="0" presId="urn:microsoft.com/office/officeart/2005/8/layout/hProcess7"/>
    <dgm:cxn modelId="{7F1FDD3F-9EC5-436E-868A-6E7A757B10F9}" type="presParOf" srcId="{78ED65A2-F658-46E6-AE3F-DC9F32DCCA06}" destId="{8D234791-1805-4499-A076-0D9254A0AF91}" srcOrd="1" destOrd="0" presId="urn:microsoft.com/office/officeart/2005/8/layout/hProcess7"/>
    <dgm:cxn modelId="{8B2F31FF-45D3-4B5D-85BD-B9034C4236CB}" type="presParOf" srcId="{78ED65A2-F658-46E6-AE3F-DC9F32DCCA06}" destId="{0D1558C7-C258-4216-9C68-F96AA1A6E3B4}" srcOrd="2" destOrd="0" presId="urn:microsoft.com/office/officeart/2005/8/layout/hProcess7"/>
    <dgm:cxn modelId="{96B50DEC-845B-4E1B-BEBA-BB62BE6189FA}" type="presParOf" srcId="{0D1558C7-C258-4216-9C68-F96AA1A6E3B4}" destId="{7DA98323-E93F-423C-BC40-E7892EF9F647}" srcOrd="0" destOrd="0" presId="urn:microsoft.com/office/officeart/2005/8/layout/hProcess7"/>
    <dgm:cxn modelId="{B264FCC1-B84A-4D85-B58B-F9B54914F280}" type="presParOf" srcId="{0D1558C7-C258-4216-9C68-F96AA1A6E3B4}" destId="{695D78CB-25AA-4822-AB64-2B312901C038}" srcOrd="1" destOrd="0" presId="urn:microsoft.com/office/officeart/2005/8/layout/hProcess7"/>
    <dgm:cxn modelId="{B0CDC39D-6B2D-4151-9A04-B81356FB120C}" type="presParOf" srcId="{0D1558C7-C258-4216-9C68-F96AA1A6E3B4}" destId="{1C222E74-43DE-4B20-94BC-AEFB275C30D8}" srcOrd="2" destOrd="0" presId="urn:microsoft.com/office/officeart/2005/8/layout/hProcess7"/>
    <dgm:cxn modelId="{51618FC7-BAEA-4230-ABAD-794D36D8A16F}" type="presParOf" srcId="{78ED65A2-F658-46E6-AE3F-DC9F32DCCA06}" destId="{18F35244-0A5A-4397-B394-741AE883A8EB}" srcOrd="3" destOrd="0" presId="urn:microsoft.com/office/officeart/2005/8/layout/hProcess7"/>
    <dgm:cxn modelId="{4CD0F8BC-24A0-4BAD-A473-B3246B8DD0DB}" type="presParOf" srcId="{78ED65A2-F658-46E6-AE3F-DC9F32DCCA06}" destId="{CEB60311-EA66-466B-81DE-DAC49E28ACE9}" srcOrd="4" destOrd="0" presId="urn:microsoft.com/office/officeart/2005/8/layout/hProcess7"/>
    <dgm:cxn modelId="{95CF94EB-A568-49F9-BBA6-944504411A6D}" type="presParOf" srcId="{CEB60311-EA66-466B-81DE-DAC49E28ACE9}" destId="{15418336-ABE6-438C-999C-75BCAA273EF3}" srcOrd="0" destOrd="0" presId="urn:microsoft.com/office/officeart/2005/8/layout/hProcess7"/>
    <dgm:cxn modelId="{902DA021-F61C-4ABC-855E-27C977C9DCD1}" type="presParOf" srcId="{CEB60311-EA66-466B-81DE-DAC49E28ACE9}" destId="{71373E35-7B44-459F-94BA-9620BA05E7A9}" srcOrd="1" destOrd="0" presId="urn:microsoft.com/office/officeart/2005/8/layout/hProcess7"/>
    <dgm:cxn modelId="{9FE4F178-2120-4B26-99C6-97DD95E8A9E3}" type="presParOf" srcId="{CEB60311-EA66-466B-81DE-DAC49E28ACE9}" destId="{65C4001D-90F5-4F9E-8570-92559AF68456}" srcOrd="2" destOrd="0" presId="urn:microsoft.com/office/officeart/2005/8/layout/hProcess7"/>
    <dgm:cxn modelId="{5501DA93-7ACB-471C-AD43-7F134AE7C62B}" type="presParOf" srcId="{78ED65A2-F658-46E6-AE3F-DC9F32DCCA06}" destId="{AB25A064-E875-48F4-B7D9-7DA4D7036B7F}" srcOrd="5" destOrd="0" presId="urn:microsoft.com/office/officeart/2005/8/layout/hProcess7"/>
    <dgm:cxn modelId="{D761E70E-3506-439F-B04D-4C912D00F838}" type="presParOf" srcId="{78ED65A2-F658-46E6-AE3F-DC9F32DCCA06}" destId="{C0BC9845-F962-46F8-B45D-4619A91EB03E}" srcOrd="6" destOrd="0" presId="urn:microsoft.com/office/officeart/2005/8/layout/hProcess7"/>
    <dgm:cxn modelId="{CD1421DF-0B99-40F0-9987-D8723AA932CB}" type="presParOf" srcId="{C0BC9845-F962-46F8-B45D-4619A91EB03E}" destId="{A310F4F3-9FC1-4ABB-9962-FBCE3482E080}" srcOrd="0" destOrd="0" presId="urn:microsoft.com/office/officeart/2005/8/layout/hProcess7"/>
    <dgm:cxn modelId="{82AAB3C8-5E52-4084-8D84-1FA9C5EE5EFE}" type="presParOf" srcId="{C0BC9845-F962-46F8-B45D-4619A91EB03E}" destId="{B49A8EC2-8AA5-46F9-9F65-61A4A4FEFBAC}" srcOrd="1" destOrd="0" presId="urn:microsoft.com/office/officeart/2005/8/layout/hProcess7"/>
    <dgm:cxn modelId="{85C88FEF-C468-4491-9842-285523E3FDCB}" type="presParOf" srcId="{C0BC9845-F962-46F8-B45D-4619A91EB03E}" destId="{15AA825F-A419-4053-8F6E-DF9EA98111B9}" srcOrd="2" destOrd="0" presId="urn:microsoft.com/office/officeart/2005/8/layout/hProcess7"/>
    <dgm:cxn modelId="{8BE1DE8B-C428-4F47-8C95-C5BBAABE1352}" type="presParOf" srcId="{78ED65A2-F658-46E6-AE3F-DC9F32DCCA06}" destId="{0C39CB51-E6F3-4B28-9EF2-B34172B1D15A}" srcOrd="7" destOrd="0" presId="urn:microsoft.com/office/officeart/2005/8/layout/hProcess7"/>
    <dgm:cxn modelId="{769E3DF5-1879-4E6E-8631-EF33147E1B80}" type="presParOf" srcId="{78ED65A2-F658-46E6-AE3F-DC9F32DCCA06}" destId="{69F098C1-3780-43A1-8A82-93183305CC04}" srcOrd="8" destOrd="0" presId="urn:microsoft.com/office/officeart/2005/8/layout/hProcess7"/>
    <dgm:cxn modelId="{6426B7B9-4088-4DEE-A37B-0F07065F79FA}" type="presParOf" srcId="{69F098C1-3780-43A1-8A82-93183305CC04}" destId="{9D1BE952-B66B-42E0-8081-73942A87584C}" srcOrd="0" destOrd="0" presId="urn:microsoft.com/office/officeart/2005/8/layout/hProcess7"/>
    <dgm:cxn modelId="{0E1722E5-F9DF-4BD9-B918-486FA44053FE}" type="presParOf" srcId="{69F098C1-3780-43A1-8A82-93183305CC04}" destId="{44D52B04-9BCE-4B3E-BA66-EC3DD8EF4378}" srcOrd="1" destOrd="0" presId="urn:microsoft.com/office/officeart/2005/8/layout/hProcess7"/>
    <dgm:cxn modelId="{C6932731-B0D1-4F0D-BA85-8175E4991236}" type="presParOf" srcId="{69F098C1-3780-43A1-8A82-93183305CC04}" destId="{98DB3688-AC2A-40D7-9E31-FD95D6122B61}"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FFFFA-DFB2-4CA4-A1D1-EE1116BA5844}">
      <dsp:nvSpPr>
        <dsp:cNvPr id="0" name=""/>
        <dsp:cNvSpPr/>
      </dsp:nvSpPr>
      <dsp:spPr>
        <a:xfrm>
          <a:off x="0" y="921017"/>
          <a:ext cx="16661025" cy="2628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CC137B-2F6D-47D2-9213-9CD0A9EFC7A9}">
      <dsp:nvSpPr>
        <dsp:cNvPr id="0" name=""/>
        <dsp:cNvSpPr/>
      </dsp:nvSpPr>
      <dsp:spPr>
        <a:xfrm>
          <a:off x="795242" y="1204912"/>
          <a:ext cx="1445895" cy="14458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245687-5EAE-445F-AE22-4E98BB654D42}">
      <dsp:nvSpPr>
        <dsp:cNvPr id="0" name=""/>
        <dsp:cNvSpPr/>
      </dsp:nvSpPr>
      <dsp:spPr>
        <a:xfrm>
          <a:off x="2948909" y="761995"/>
          <a:ext cx="13624645" cy="2628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278225" rIns="278225" bIns="278225" numCol="1" spcCol="1270" anchor="ctr" anchorCtr="0">
          <a:noAutofit/>
        </a:bodyPr>
        <a:lstStyle/>
        <a:p>
          <a:pPr marL="0" lvl="0" indent="0" algn="l" defTabSz="1244600">
            <a:lnSpc>
              <a:spcPct val="100000"/>
            </a:lnSpc>
            <a:spcBef>
              <a:spcPct val="0"/>
            </a:spcBef>
            <a:spcAft>
              <a:spcPct val="35000"/>
            </a:spcAft>
            <a:buNone/>
          </a:pPr>
          <a:r>
            <a:rPr lang="en-US" sz="2800" kern="1200" dirty="0"/>
            <a:t>Airline ticket prices fluctuate significantly, and travelers may pay substantially different prices for the same route depending on factors such as the airline, departure time, arrival time, number of stops, travel duration, seat class, and booking lead time. These pricing variations make it difficult for customers to determine whether they are purchasing a ticket at a reasonable price and save in some cases up to 25% of the ticket price.</a:t>
          </a:r>
        </a:p>
      </dsp:txBody>
      <dsp:txXfrm>
        <a:off x="2948909" y="761995"/>
        <a:ext cx="13624645" cy="2628900"/>
      </dsp:txXfrm>
    </dsp:sp>
    <dsp:sp modelId="{72A6F147-7C99-42B9-B184-4506C1AF670B}">
      <dsp:nvSpPr>
        <dsp:cNvPr id="0" name=""/>
        <dsp:cNvSpPr/>
      </dsp:nvSpPr>
      <dsp:spPr>
        <a:xfrm>
          <a:off x="0" y="3768090"/>
          <a:ext cx="16661025" cy="2628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00D488-C9DA-4FA9-B217-4F8B75771B9B}">
      <dsp:nvSpPr>
        <dsp:cNvPr id="0" name=""/>
        <dsp:cNvSpPr/>
      </dsp:nvSpPr>
      <dsp:spPr>
        <a:xfrm>
          <a:off x="795242" y="4359593"/>
          <a:ext cx="1445895" cy="14458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BF3C90-055E-49E4-AC04-90B25EB78A25}">
      <dsp:nvSpPr>
        <dsp:cNvPr id="0" name=""/>
        <dsp:cNvSpPr/>
      </dsp:nvSpPr>
      <dsp:spPr>
        <a:xfrm>
          <a:off x="3036379" y="3768090"/>
          <a:ext cx="13624645" cy="2628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225" tIns="278225" rIns="278225" bIns="278225" numCol="1" spcCol="1270" anchor="ctr" anchorCtr="0">
          <a:noAutofit/>
        </a:bodyPr>
        <a:lstStyle/>
        <a:p>
          <a:pPr marL="0" lvl="0" indent="0" algn="l" defTabSz="1244600">
            <a:lnSpc>
              <a:spcPct val="100000"/>
            </a:lnSpc>
            <a:spcBef>
              <a:spcPct val="0"/>
            </a:spcBef>
            <a:spcAft>
              <a:spcPct val="35000"/>
            </a:spcAft>
            <a:buNone/>
          </a:pPr>
          <a:r>
            <a:rPr lang="en-US" sz="2800" kern="1200" dirty="0"/>
            <a:t>The objective of this project is to analyze the factors influencing airline ticket prices and develop a machine learning model to predict ticket prices based on flight characteristics. By providing accurate price estimates with error rate do not exceed 10%, the model aims to support travelers in making more informed booking decisions and identifying lower-cost alternatives when multiple flight options are available.</a:t>
          </a:r>
        </a:p>
      </dsp:txBody>
      <dsp:txXfrm>
        <a:off x="3036379" y="3768090"/>
        <a:ext cx="13624645" cy="26289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93796-42B9-4285-815F-94B95C14ACFB}">
      <dsp:nvSpPr>
        <dsp:cNvPr id="0" name=""/>
        <dsp:cNvSpPr/>
      </dsp:nvSpPr>
      <dsp:spPr>
        <a:xfrm>
          <a:off x="0" y="318523"/>
          <a:ext cx="10270331" cy="2976749"/>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7092" tIns="437388" rIns="797092"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Predict price by analyzing the key factors that influence airline ticket prices and train models to predict based on the analysis.</a:t>
          </a:r>
        </a:p>
        <a:p>
          <a:pPr marL="228600" lvl="1" indent="-228600" algn="l" defTabSz="1066800">
            <a:lnSpc>
              <a:spcPct val="90000"/>
            </a:lnSpc>
            <a:spcBef>
              <a:spcPct val="0"/>
            </a:spcBef>
            <a:spcAft>
              <a:spcPct val="15000"/>
            </a:spcAft>
            <a:buChar char="•"/>
          </a:pPr>
          <a:r>
            <a:rPr lang="en-US" sz="2400" kern="1200" dirty="0"/>
            <a:t>Help travelers make more informed booking decisions by providing estimated ticket prices.</a:t>
          </a:r>
        </a:p>
        <a:p>
          <a:pPr marL="228600" lvl="1" indent="-228600" algn="l" defTabSz="1066800">
            <a:lnSpc>
              <a:spcPct val="90000"/>
            </a:lnSpc>
            <a:spcBef>
              <a:spcPct val="0"/>
            </a:spcBef>
            <a:spcAft>
              <a:spcPct val="15000"/>
            </a:spcAft>
            <a:buChar char="•"/>
          </a:pPr>
          <a:r>
            <a:rPr lang="en-US" sz="2400" kern="1200" dirty="0"/>
            <a:t>Identify the flight characteristics associated with lower and higher ticket prices.</a:t>
          </a:r>
        </a:p>
        <a:p>
          <a:pPr marL="228600" lvl="1" indent="-228600" algn="l" defTabSz="977900">
            <a:lnSpc>
              <a:spcPct val="90000"/>
            </a:lnSpc>
            <a:spcBef>
              <a:spcPct val="0"/>
            </a:spcBef>
            <a:spcAft>
              <a:spcPct val="15000"/>
            </a:spcAft>
            <a:buChar char="•"/>
          </a:pPr>
          <a:endParaRPr lang="en-US" sz="2200" kern="1200" dirty="0"/>
        </a:p>
      </dsp:txBody>
      <dsp:txXfrm>
        <a:off x="0" y="318523"/>
        <a:ext cx="10270331" cy="2976749"/>
      </dsp:txXfrm>
    </dsp:sp>
    <dsp:sp modelId="{4FFC35F1-6B3F-452E-A103-CB3C38F66EB9}">
      <dsp:nvSpPr>
        <dsp:cNvPr id="0" name=""/>
        <dsp:cNvSpPr/>
      </dsp:nvSpPr>
      <dsp:spPr>
        <a:xfrm>
          <a:off x="513516" y="8563"/>
          <a:ext cx="7189231" cy="61992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1736" tIns="0" rIns="271736" bIns="0" numCol="1" spcCol="1270" anchor="ctr" anchorCtr="0">
          <a:noAutofit/>
        </a:bodyPr>
        <a:lstStyle/>
        <a:p>
          <a:pPr marL="0" lvl="0" indent="0" algn="l" defTabSz="1422400">
            <a:lnSpc>
              <a:spcPct val="90000"/>
            </a:lnSpc>
            <a:spcBef>
              <a:spcPct val="0"/>
            </a:spcBef>
            <a:spcAft>
              <a:spcPct val="35000"/>
            </a:spcAft>
            <a:buNone/>
            <a:defRPr b="1"/>
          </a:pPr>
          <a:r>
            <a:rPr lang="en-US" sz="3200" b="1" kern="1200" dirty="0"/>
            <a:t>Business Goals</a:t>
          </a:r>
          <a:endParaRPr lang="en-US" sz="3200" kern="1200" dirty="0"/>
        </a:p>
      </dsp:txBody>
      <dsp:txXfrm>
        <a:off x="543778" y="38825"/>
        <a:ext cx="7128707" cy="559396"/>
      </dsp:txXfrm>
    </dsp:sp>
    <dsp:sp modelId="{23CCCABE-1C8C-4C5D-9359-589DE96D5EE9}">
      <dsp:nvSpPr>
        <dsp:cNvPr id="0" name=""/>
        <dsp:cNvSpPr/>
      </dsp:nvSpPr>
      <dsp:spPr>
        <a:xfrm>
          <a:off x="0" y="3718633"/>
          <a:ext cx="10270331" cy="3969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7092" tIns="437388" rIns="797092"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Develop a regression model capable of predicting airline ticket prices using flight characteristics.</a:t>
          </a:r>
        </a:p>
        <a:p>
          <a:pPr marL="228600" lvl="1" indent="-228600" algn="l" defTabSz="1066800">
            <a:lnSpc>
              <a:spcPct val="90000"/>
            </a:lnSpc>
            <a:spcBef>
              <a:spcPct val="0"/>
            </a:spcBef>
            <a:spcAft>
              <a:spcPct val="15000"/>
            </a:spcAft>
            <a:buChar char="•"/>
          </a:pPr>
          <a:r>
            <a:rPr lang="en-US" sz="2400" kern="1200" dirty="0"/>
            <a:t>Compare multiple regression models algorithms (Linear Regression, Decision Tree, Random Forest, and </a:t>
          </a:r>
          <a:r>
            <a:rPr lang="en-US" sz="2400" kern="1200" dirty="0" err="1"/>
            <a:t>XGBoost</a:t>
          </a:r>
          <a:r>
            <a:rPr lang="en-US" sz="2400" kern="1200" dirty="0"/>
            <a:t>) to identify the best-performing model.</a:t>
          </a:r>
        </a:p>
        <a:p>
          <a:pPr marL="228600" lvl="1" indent="-228600" algn="l" defTabSz="1066800">
            <a:lnSpc>
              <a:spcPct val="90000"/>
            </a:lnSpc>
            <a:spcBef>
              <a:spcPct val="0"/>
            </a:spcBef>
            <a:spcAft>
              <a:spcPct val="15000"/>
            </a:spcAft>
            <a:buChar char="•"/>
          </a:pPr>
          <a:r>
            <a:rPr lang="en-US" sz="2400" kern="1200" dirty="0"/>
            <a:t>Evaluate model performance using Mean Absolute Error (MAE), Root Mean Squared Error (RMSE), and the Coefficient of Determination (R²).</a:t>
          </a:r>
        </a:p>
        <a:p>
          <a:pPr marL="228600" lvl="1" indent="-228600" algn="l" defTabSz="1066800">
            <a:lnSpc>
              <a:spcPct val="90000"/>
            </a:lnSpc>
            <a:spcBef>
              <a:spcPct val="0"/>
            </a:spcBef>
            <a:spcAft>
              <a:spcPct val="15000"/>
            </a:spcAft>
            <a:buChar char="•"/>
          </a:pPr>
          <a:r>
            <a:rPr lang="en-US" sz="2400" kern="1200" dirty="0"/>
            <a:t>Assess the impact of feature engineering by comparing baseline and engineered feature sets</a:t>
          </a:r>
        </a:p>
      </dsp:txBody>
      <dsp:txXfrm>
        <a:off x="0" y="3718633"/>
        <a:ext cx="10270331" cy="3969000"/>
      </dsp:txXfrm>
    </dsp:sp>
    <dsp:sp modelId="{492C815F-4384-43BB-80D5-816F9B670F72}">
      <dsp:nvSpPr>
        <dsp:cNvPr id="0" name=""/>
        <dsp:cNvSpPr/>
      </dsp:nvSpPr>
      <dsp:spPr>
        <a:xfrm>
          <a:off x="513516" y="3408673"/>
          <a:ext cx="7189231" cy="61992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1736" tIns="0" rIns="271736" bIns="0" numCol="1" spcCol="1270" anchor="ctr" anchorCtr="0">
          <a:noAutofit/>
        </a:bodyPr>
        <a:lstStyle/>
        <a:p>
          <a:pPr marL="0" lvl="0" indent="0" algn="l" defTabSz="1422400">
            <a:lnSpc>
              <a:spcPct val="90000"/>
            </a:lnSpc>
            <a:spcBef>
              <a:spcPct val="0"/>
            </a:spcBef>
            <a:spcAft>
              <a:spcPct val="35000"/>
            </a:spcAft>
            <a:buNone/>
            <a:defRPr b="1"/>
          </a:pPr>
          <a:r>
            <a:rPr lang="en-US" sz="3200" b="1" kern="1200" dirty="0"/>
            <a:t>Machine Learning Goals</a:t>
          </a:r>
          <a:endParaRPr lang="en-US" sz="3200" kern="1200" dirty="0"/>
        </a:p>
      </dsp:txBody>
      <dsp:txXfrm>
        <a:off x="543778" y="3438935"/>
        <a:ext cx="7128707" cy="5593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85E40-36A9-42C9-B2AA-A2DFF4399524}">
      <dsp:nvSpPr>
        <dsp:cNvPr id="0" name=""/>
        <dsp:cNvSpPr/>
      </dsp:nvSpPr>
      <dsp:spPr>
        <a:xfrm>
          <a:off x="212526" y="2579"/>
          <a:ext cx="2775346" cy="138767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345" tIns="62230" rIns="93345" bIns="62230" numCol="1" spcCol="1270" anchor="ctr" anchorCtr="0">
          <a:noAutofit/>
        </a:bodyPr>
        <a:lstStyle/>
        <a:p>
          <a:pPr marL="0" lvl="0" indent="0" algn="ctr" defTabSz="2178050">
            <a:lnSpc>
              <a:spcPct val="90000"/>
            </a:lnSpc>
            <a:spcBef>
              <a:spcPct val="0"/>
            </a:spcBef>
            <a:spcAft>
              <a:spcPct val="35000"/>
            </a:spcAft>
            <a:buNone/>
          </a:pPr>
          <a:r>
            <a:rPr lang="en-US" sz="4900" kern="1200" dirty="0">
              <a:latin typeface="ADLaM Display" panose="02010000000000000000" pitchFamily="2" charset="0"/>
              <a:ea typeface="ADLaM Display" panose="02010000000000000000" pitchFamily="2" charset="0"/>
              <a:cs typeface="ADLaM Display" panose="02010000000000000000" pitchFamily="2" charset="0"/>
            </a:rPr>
            <a:t>Findings</a:t>
          </a:r>
        </a:p>
      </dsp:txBody>
      <dsp:txXfrm>
        <a:off x="253170" y="43223"/>
        <a:ext cx="2694058" cy="1306385"/>
      </dsp:txXfrm>
    </dsp:sp>
    <dsp:sp modelId="{4F8D47B8-F5DE-4116-B563-65A22058C145}">
      <dsp:nvSpPr>
        <dsp:cNvPr id="0" name=""/>
        <dsp:cNvSpPr/>
      </dsp:nvSpPr>
      <dsp:spPr>
        <a:xfrm>
          <a:off x="490061" y="1390253"/>
          <a:ext cx="277534" cy="1040755"/>
        </a:xfrm>
        <a:custGeom>
          <a:avLst/>
          <a:gdLst/>
          <a:ahLst/>
          <a:cxnLst/>
          <a:rect l="0" t="0" r="0" b="0"/>
          <a:pathLst>
            <a:path>
              <a:moveTo>
                <a:pt x="0" y="0"/>
              </a:moveTo>
              <a:lnTo>
                <a:pt x="0" y="1040755"/>
              </a:lnTo>
              <a:lnTo>
                <a:pt x="277534" y="104075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56E8A1-7A38-4F05-A7FC-AB1311FDAFBD}">
      <dsp:nvSpPr>
        <dsp:cNvPr id="0" name=""/>
        <dsp:cNvSpPr/>
      </dsp:nvSpPr>
      <dsp:spPr>
        <a:xfrm>
          <a:off x="767595" y="1737171"/>
          <a:ext cx="2220277" cy="138767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Font typeface="Arial"/>
            <a:buNone/>
          </a:pPr>
          <a:r>
            <a:rPr lang="en-US" sz="2400" b="1" kern="1200" dirty="0">
              <a:solidFill>
                <a:srgbClr val="000000"/>
              </a:solidFill>
              <a:latin typeface="+mj-lt"/>
              <a:ea typeface="Open Sans 2" panose="020B0604020202020204" charset="0"/>
              <a:cs typeface="Open Sans 2" panose="020B0604020202020204" charset="0"/>
              <a:sym typeface="Open Sans 2"/>
            </a:rPr>
            <a:t>Min price:$1105</a:t>
          </a:r>
          <a:endParaRPr lang="en-US" sz="2400" b="1" kern="1200" dirty="0">
            <a:latin typeface="+mj-lt"/>
            <a:ea typeface="Open Sans 2" panose="020B0604020202020204" charset="0"/>
            <a:cs typeface="Open Sans 2" panose="020B0604020202020204" charset="0"/>
          </a:endParaRPr>
        </a:p>
      </dsp:txBody>
      <dsp:txXfrm>
        <a:off x="808239" y="1777815"/>
        <a:ext cx="2138989" cy="1306385"/>
      </dsp:txXfrm>
    </dsp:sp>
    <dsp:sp modelId="{AC308047-5191-4622-91F0-64B1289410D6}">
      <dsp:nvSpPr>
        <dsp:cNvPr id="0" name=""/>
        <dsp:cNvSpPr/>
      </dsp:nvSpPr>
      <dsp:spPr>
        <a:xfrm>
          <a:off x="490061" y="1390253"/>
          <a:ext cx="277534" cy="2775346"/>
        </a:xfrm>
        <a:custGeom>
          <a:avLst/>
          <a:gdLst/>
          <a:ahLst/>
          <a:cxnLst/>
          <a:rect l="0" t="0" r="0" b="0"/>
          <a:pathLst>
            <a:path>
              <a:moveTo>
                <a:pt x="0" y="0"/>
              </a:moveTo>
              <a:lnTo>
                <a:pt x="0" y="2775346"/>
              </a:lnTo>
              <a:lnTo>
                <a:pt x="277534" y="277534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5D8D34-49AA-4C22-B1F7-50ABB9CC2A72}">
      <dsp:nvSpPr>
        <dsp:cNvPr id="0" name=""/>
        <dsp:cNvSpPr/>
      </dsp:nvSpPr>
      <dsp:spPr>
        <a:xfrm>
          <a:off x="767595" y="3471763"/>
          <a:ext cx="2220277" cy="138767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Font typeface="Arial"/>
            <a:buNone/>
          </a:pPr>
          <a:r>
            <a:rPr lang="en-US" sz="2400" b="1" kern="1200" dirty="0">
              <a:solidFill>
                <a:srgbClr val="000000"/>
              </a:solidFill>
              <a:latin typeface="+mj-lt"/>
              <a:ea typeface="Open Sans 2"/>
              <a:cs typeface="Open Sans 2"/>
              <a:sym typeface="Open Sans 2"/>
            </a:rPr>
            <a:t>Max price:$123.07K</a:t>
          </a:r>
          <a:endParaRPr lang="en-US" sz="2400" b="1" kern="1200" dirty="0">
            <a:latin typeface="+mj-lt"/>
          </a:endParaRPr>
        </a:p>
      </dsp:txBody>
      <dsp:txXfrm>
        <a:off x="808239" y="3512407"/>
        <a:ext cx="2138989" cy="1306385"/>
      </dsp:txXfrm>
    </dsp:sp>
    <dsp:sp modelId="{8A7699CC-49A9-4F34-B474-661EF97F464C}">
      <dsp:nvSpPr>
        <dsp:cNvPr id="0" name=""/>
        <dsp:cNvSpPr/>
      </dsp:nvSpPr>
      <dsp:spPr>
        <a:xfrm>
          <a:off x="490061" y="1390253"/>
          <a:ext cx="277534" cy="4509938"/>
        </a:xfrm>
        <a:custGeom>
          <a:avLst/>
          <a:gdLst/>
          <a:ahLst/>
          <a:cxnLst/>
          <a:rect l="0" t="0" r="0" b="0"/>
          <a:pathLst>
            <a:path>
              <a:moveTo>
                <a:pt x="0" y="0"/>
              </a:moveTo>
              <a:lnTo>
                <a:pt x="0" y="4509938"/>
              </a:lnTo>
              <a:lnTo>
                <a:pt x="277534" y="450993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EA7EB1-85E5-495E-8278-571DBB03E898}">
      <dsp:nvSpPr>
        <dsp:cNvPr id="0" name=""/>
        <dsp:cNvSpPr/>
      </dsp:nvSpPr>
      <dsp:spPr>
        <a:xfrm>
          <a:off x="767595" y="5206355"/>
          <a:ext cx="2220277" cy="138767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Font typeface="Arial"/>
            <a:buNone/>
          </a:pPr>
          <a:r>
            <a:rPr lang="en-US" sz="2400" b="1" kern="1200" dirty="0">
              <a:solidFill>
                <a:srgbClr val="000000"/>
              </a:solidFill>
              <a:latin typeface="+mj-lt"/>
              <a:ea typeface="Open Sans 2"/>
              <a:cs typeface="Open Sans 2"/>
              <a:sym typeface="Open Sans 2"/>
            </a:rPr>
            <a:t>Mean:$20.9K</a:t>
          </a:r>
          <a:endParaRPr lang="en-US" sz="2400" b="1" kern="1200" dirty="0">
            <a:latin typeface="+mj-lt"/>
          </a:endParaRPr>
        </a:p>
      </dsp:txBody>
      <dsp:txXfrm>
        <a:off x="808239" y="5246999"/>
        <a:ext cx="2138989" cy="1306385"/>
      </dsp:txXfrm>
    </dsp:sp>
    <dsp:sp modelId="{75BF43ED-E07B-4047-A340-F9FB16B5CF09}">
      <dsp:nvSpPr>
        <dsp:cNvPr id="0" name=""/>
        <dsp:cNvSpPr/>
      </dsp:nvSpPr>
      <dsp:spPr>
        <a:xfrm>
          <a:off x="490061" y="1390253"/>
          <a:ext cx="277534" cy="6244530"/>
        </a:xfrm>
        <a:custGeom>
          <a:avLst/>
          <a:gdLst/>
          <a:ahLst/>
          <a:cxnLst/>
          <a:rect l="0" t="0" r="0" b="0"/>
          <a:pathLst>
            <a:path>
              <a:moveTo>
                <a:pt x="0" y="0"/>
              </a:moveTo>
              <a:lnTo>
                <a:pt x="0" y="6244530"/>
              </a:lnTo>
              <a:lnTo>
                <a:pt x="277534" y="624453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CAD8A5-9D7E-43F6-B6D9-4E9CDDAC682B}">
      <dsp:nvSpPr>
        <dsp:cNvPr id="0" name=""/>
        <dsp:cNvSpPr/>
      </dsp:nvSpPr>
      <dsp:spPr>
        <a:xfrm>
          <a:off x="767595" y="6940946"/>
          <a:ext cx="2220277" cy="138767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Font typeface="Arial"/>
            <a:buNone/>
          </a:pPr>
          <a:r>
            <a:rPr lang="en-US" sz="2400" b="1" kern="1200" dirty="0">
              <a:solidFill>
                <a:srgbClr val="000000"/>
              </a:solidFill>
              <a:latin typeface="+mj-lt"/>
              <a:ea typeface="Open Sans 2"/>
              <a:cs typeface="Open Sans 2"/>
              <a:sym typeface="Open Sans 2"/>
            </a:rPr>
            <a:t>Median:$7.4K</a:t>
          </a:r>
          <a:endParaRPr lang="en-US" sz="2400" b="1" kern="1200" dirty="0">
            <a:latin typeface="+mj-lt"/>
          </a:endParaRPr>
        </a:p>
      </dsp:txBody>
      <dsp:txXfrm>
        <a:off x="808239" y="6981590"/>
        <a:ext cx="2138989" cy="13063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2803A-0C21-49F4-9122-9706B7B37324}">
      <dsp:nvSpPr>
        <dsp:cNvPr id="0" name=""/>
        <dsp:cNvSpPr/>
      </dsp:nvSpPr>
      <dsp:spPr>
        <a:xfrm>
          <a:off x="0" y="446758"/>
          <a:ext cx="12877799" cy="1126912"/>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9460" tIns="562356" rIns="999460"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No missing values (nulls)</a:t>
          </a:r>
        </a:p>
      </dsp:txBody>
      <dsp:txXfrm>
        <a:off x="0" y="446758"/>
        <a:ext cx="12877799" cy="1126912"/>
      </dsp:txXfrm>
    </dsp:sp>
    <dsp:sp modelId="{248F82F6-89F3-4C30-A49A-65936B2AC230}">
      <dsp:nvSpPr>
        <dsp:cNvPr id="0" name=""/>
        <dsp:cNvSpPr/>
      </dsp:nvSpPr>
      <dsp:spPr>
        <a:xfrm>
          <a:off x="643890" y="48238"/>
          <a:ext cx="9014460" cy="7970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0725" tIns="0" rIns="340725" bIns="0" numCol="1" spcCol="1270" anchor="ctr" anchorCtr="0">
          <a:noAutofit/>
        </a:bodyPr>
        <a:lstStyle/>
        <a:p>
          <a:pPr marL="0" lvl="0" indent="0" algn="l" defTabSz="2222500">
            <a:lnSpc>
              <a:spcPct val="90000"/>
            </a:lnSpc>
            <a:spcBef>
              <a:spcPct val="0"/>
            </a:spcBef>
            <a:spcAft>
              <a:spcPct val="35000"/>
            </a:spcAft>
            <a:buNone/>
          </a:pPr>
          <a:r>
            <a:rPr lang="en-US" sz="5000" kern="1200">
              <a:latin typeface="ADLaM Display" panose="02010000000000000000" pitchFamily="2" charset="0"/>
              <a:ea typeface="ADLaM Display" panose="02010000000000000000" pitchFamily="2" charset="0"/>
              <a:cs typeface="ADLaM Display" panose="02010000000000000000" pitchFamily="2" charset="0"/>
            </a:rPr>
            <a:t>Missing values</a:t>
          </a:r>
          <a:endParaRPr lang="en-US" sz="50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682798" y="87146"/>
        <a:ext cx="8936644" cy="719224"/>
      </dsp:txXfrm>
    </dsp:sp>
    <dsp:sp modelId="{55DC90D3-3693-4E0E-BEF7-24E70FC532C7}">
      <dsp:nvSpPr>
        <dsp:cNvPr id="0" name=""/>
        <dsp:cNvSpPr/>
      </dsp:nvSpPr>
      <dsp:spPr>
        <a:xfrm>
          <a:off x="0" y="2117991"/>
          <a:ext cx="12877799" cy="19561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9460" tIns="562356" rIns="999460"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Price(target): 123 outliers</a:t>
          </a:r>
        </a:p>
        <a:p>
          <a:pPr marL="228600" lvl="1" indent="-228600" algn="l" defTabSz="1200150">
            <a:lnSpc>
              <a:spcPct val="90000"/>
            </a:lnSpc>
            <a:spcBef>
              <a:spcPct val="0"/>
            </a:spcBef>
            <a:spcAft>
              <a:spcPct val="15000"/>
            </a:spcAft>
            <a:buChar char="•"/>
          </a:pPr>
          <a:r>
            <a:rPr lang="en-US" sz="2700" kern="1200" dirty="0"/>
            <a:t>Duration: 2110</a:t>
          </a:r>
        </a:p>
        <a:p>
          <a:pPr marL="228600" lvl="1" indent="-228600" algn="l" defTabSz="1200150">
            <a:lnSpc>
              <a:spcPct val="90000"/>
            </a:lnSpc>
            <a:spcBef>
              <a:spcPct val="0"/>
            </a:spcBef>
            <a:spcAft>
              <a:spcPct val="15000"/>
            </a:spcAft>
            <a:buChar char="•"/>
          </a:pPr>
          <a:r>
            <a:rPr lang="en-US" sz="2700" kern="1200" dirty="0" err="1"/>
            <a:t>Days_left</a:t>
          </a:r>
          <a:r>
            <a:rPr lang="en-US" sz="2700" kern="1200" dirty="0"/>
            <a:t>: No outliers</a:t>
          </a:r>
        </a:p>
      </dsp:txBody>
      <dsp:txXfrm>
        <a:off x="0" y="2117991"/>
        <a:ext cx="12877799" cy="1956150"/>
      </dsp:txXfrm>
    </dsp:sp>
    <dsp:sp modelId="{DD9E6E91-A8DB-4234-8B6D-83962CAC36C6}">
      <dsp:nvSpPr>
        <dsp:cNvPr id="0" name=""/>
        <dsp:cNvSpPr/>
      </dsp:nvSpPr>
      <dsp:spPr>
        <a:xfrm>
          <a:off x="643890" y="1719471"/>
          <a:ext cx="9014460" cy="7970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0725" tIns="0" rIns="340725" bIns="0" numCol="1" spcCol="1270" anchor="ctr" anchorCtr="0">
          <a:noAutofit/>
        </a:bodyPr>
        <a:lstStyle/>
        <a:p>
          <a:pPr marL="0" lvl="0" indent="0" algn="l" defTabSz="2222500">
            <a:lnSpc>
              <a:spcPct val="90000"/>
            </a:lnSpc>
            <a:spcBef>
              <a:spcPct val="0"/>
            </a:spcBef>
            <a:spcAft>
              <a:spcPct val="35000"/>
            </a:spcAft>
            <a:buNone/>
          </a:pPr>
          <a:r>
            <a:rPr lang="en-US" sz="5000" kern="1200">
              <a:latin typeface="ADLaM Display" panose="02010000000000000000" pitchFamily="2" charset="0"/>
              <a:ea typeface="ADLaM Display" panose="02010000000000000000" pitchFamily="2" charset="0"/>
              <a:cs typeface="ADLaM Display" panose="02010000000000000000" pitchFamily="2" charset="0"/>
            </a:rPr>
            <a:t>Outliers</a:t>
          </a:r>
          <a:endParaRPr lang="en-US" sz="50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682798" y="1758379"/>
        <a:ext cx="8936644" cy="719224"/>
      </dsp:txXfrm>
    </dsp:sp>
    <dsp:sp modelId="{6117AC0A-7FE3-4ABB-BF88-B2D2DE543E8B}">
      <dsp:nvSpPr>
        <dsp:cNvPr id="0" name=""/>
        <dsp:cNvSpPr/>
      </dsp:nvSpPr>
      <dsp:spPr>
        <a:xfrm>
          <a:off x="0" y="4618461"/>
          <a:ext cx="12877799" cy="15309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9460" tIns="562356" rIns="999460"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The target is regression </a:t>
          </a:r>
        </a:p>
        <a:p>
          <a:pPr marL="228600" lvl="1" indent="-228600" algn="l" defTabSz="1200150">
            <a:lnSpc>
              <a:spcPct val="90000"/>
            </a:lnSpc>
            <a:spcBef>
              <a:spcPct val="0"/>
            </a:spcBef>
            <a:spcAft>
              <a:spcPct val="15000"/>
            </a:spcAft>
            <a:buChar char="•"/>
          </a:pPr>
          <a:r>
            <a:rPr lang="en-US" sz="2700" kern="1200" dirty="0"/>
            <a:t>Class balancing is not something to study with regression.</a:t>
          </a:r>
        </a:p>
      </dsp:txBody>
      <dsp:txXfrm>
        <a:off x="0" y="4618461"/>
        <a:ext cx="12877799" cy="1530900"/>
      </dsp:txXfrm>
    </dsp:sp>
    <dsp:sp modelId="{FD456759-9CA2-4BE3-BF38-0E34CDFCD142}">
      <dsp:nvSpPr>
        <dsp:cNvPr id="0" name=""/>
        <dsp:cNvSpPr/>
      </dsp:nvSpPr>
      <dsp:spPr>
        <a:xfrm>
          <a:off x="643890" y="4219941"/>
          <a:ext cx="9014460" cy="7970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0725" tIns="0" rIns="340725" bIns="0" numCol="1" spcCol="1270" anchor="ctr" anchorCtr="0">
          <a:noAutofit/>
        </a:bodyPr>
        <a:lstStyle/>
        <a:p>
          <a:pPr marL="0" lvl="0" indent="0" algn="l" defTabSz="2222500">
            <a:lnSpc>
              <a:spcPct val="90000"/>
            </a:lnSpc>
            <a:spcBef>
              <a:spcPct val="0"/>
            </a:spcBef>
            <a:spcAft>
              <a:spcPct val="35000"/>
            </a:spcAft>
            <a:buNone/>
          </a:pPr>
          <a:r>
            <a:rPr lang="en-US" sz="5000" kern="1200">
              <a:latin typeface="ADLaM Display" panose="02010000000000000000" pitchFamily="2" charset="0"/>
              <a:ea typeface="ADLaM Display" panose="02010000000000000000" pitchFamily="2" charset="0"/>
              <a:cs typeface="ADLaM Display" panose="02010000000000000000" pitchFamily="2" charset="0"/>
            </a:rPr>
            <a:t>Class imbalance: </a:t>
          </a:r>
          <a:endParaRPr lang="en-US" sz="50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682798" y="4258849"/>
        <a:ext cx="8936644" cy="7192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59C17-43DC-407E-BE9A-FA52D4E7B100}">
      <dsp:nvSpPr>
        <dsp:cNvPr id="0" name=""/>
        <dsp:cNvSpPr/>
      </dsp:nvSpPr>
      <dsp:spPr>
        <a:xfrm>
          <a:off x="3053498" y="3656012"/>
          <a:ext cx="491285" cy="3276486"/>
        </a:xfrm>
        <a:custGeom>
          <a:avLst/>
          <a:gdLst/>
          <a:ahLst/>
          <a:cxnLst/>
          <a:rect l="0" t="0" r="0" b="0"/>
          <a:pathLst>
            <a:path>
              <a:moveTo>
                <a:pt x="0" y="0"/>
              </a:moveTo>
              <a:lnTo>
                <a:pt x="245642" y="0"/>
              </a:lnTo>
              <a:lnTo>
                <a:pt x="245642" y="3276486"/>
              </a:lnTo>
              <a:lnTo>
                <a:pt x="491285" y="327648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216313" y="5211428"/>
        <a:ext cx="165655" cy="165655"/>
      </dsp:txXfrm>
    </dsp:sp>
    <dsp:sp modelId="{BBDB92D3-FB5C-4C7E-AA6B-474C7F937AF7}">
      <dsp:nvSpPr>
        <dsp:cNvPr id="0" name=""/>
        <dsp:cNvSpPr/>
      </dsp:nvSpPr>
      <dsp:spPr>
        <a:xfrm>
          <a:off x="3053498" y="3656012"/>
          <a:ext cx="491285" cy="2340347"/>
        </a:xfrm>
        <a:custGeom>
          <a:avLst/>
          <a:gdLst/>
          <a:ahLst/>
          <a:cxnLst/>
          <a:rect l="0" t="0" r="0" b="0"/>
          <a:pathLst>
            <a:path>
              <a:moveTo>
                <a:pt x="0" y="0"/>
              </a:moveTo>
              <a:lnTo>
                <a:pt x="245642" y="0"/>
              </a:lnTo>
              <a:lnTo>
                <a:pt x="245642" y="2340347"/>
              </a:lnTo>
              <a:lnTo>
                <a:pt x="491285" y="234034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239357" y="4766402"/>
        <a:ext cx="119567" cy="119567"/>
      </dsp:txXfrm>
    </dsp:sp>
    <dsp:sp modelId="{EA538161-5EF1-4133-8C18-9F6A998D0298}">
      <dsp:nvSpPr>
        <dsp:cNvPr id="0" name=""/>
        <dsp:cNvSpPr/>
      </dsp:nvSpPr>
      <dsp:spPr>
        <a:xfrm>
          <a:off x="3053498" y="3656012"/>
          <a:ext cx="491285" cy="1404208"/>
        </a:xfrm>
        <a:custGeom>
          <a:avLst/>
          <a:gdLst/>
          <a:ahLst/>
          <a:cxnLst/>
          <a:rect l="0" t="0" r="0" b="0"/>
          <a:pathLst>
            <a:path>
              <a:moveTo>
                <a:pt x="0" y="0"/>
              </a:moveTo>
              <a:lnTo>
                <a:pt x="245642" y="0"/>
              </a:lnTo>
              <a:lnTo>
                <a:pt x="245642" y="1404208"/>
              </a:lnTo>
              <a:lnTo>
                <a:pt x="491285" y="140420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1949" y="4320925"/>
        <a:ext cx="74383" cy="74383"/>
      </dsp:txXfrm>
    </dsp:sp>
    <dsp:sp modelId="{9F0C8CB3-0F5A-4E5B-BC84-AFD81FA427C3}">
      <dsp:nvSpPr>
        <dsp:cNvPr id="0" name=""/>
        <dsp:cNvSpPr/>
      </dsp:nvSpPr>
      <dsp:spPr>
        <a:xfrm>
          <a:off x="3053498" y="3656012"/>
          <a:ext cx="491285" cy="468069"/>
        </a:xfrm>
        <a:custGeom>
          <a:avLst/>
          <a:gdLst/>
          <a:ahLst/>
          <a:cxnLst/>
          <a:rect l="0" t="0" r="0" b="0"/>
          <a:pathLst>
            <a:path>
              <a:moveTo>
                <a:pt x="0" y="0"/>
              </a:moveTo>
              <a:lnTo>
                <a:pt x="245642" y="0"/>
              </a:lnTo>
              <a:lnTo>
                <a:pt x="245642" y="468069"/>
              </a:lnTo>
              <a:lnTo>
                <a:pt x="491285" y="46806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2176" y="3873083"/>
        <a:ext cx="33928" cy="33928"/>
      </dsp:txXfrm>
    </dsp:sp>
    <dsp:sp modelId="{87DB8B3B-E050-41EC-A6D4-FA04F335B24D}">
      <dsp:nvSpPr>
        <dsp:cNvPr id="0" name=""/>
        <dsp:cNvSpPr/>
      </dsp:nvSpPr>
      <dsp:spPr>
        <a:xfrm>
          <a:off x="3053498" y="3187942"/>
          <a:ext cx="491285" cy="468069"/>
        </a:xfrm>
        <a:custGeom>
          <a:avLst/>
          <a:gdLst/>
          <a:ahLst/>
          <a:cxnLst/>
          <a:rect l="0" t="0" r="0" b="0"/>
          <a:pathLst>
            <a:path>
              <a:moveTo>
                <a:pt x="0" y="468069"/>
              </a:moveTo>
              <a:lnTo>
                <a:pt x="245642" y="468069"/>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2176" y="3405013"/>
        <a:ext cx="33928" cy="33928"/>
      </dsp:txXfrm>
    </dsp:sp>
    <dsp:sp modelId="{8DDC72BE-D680-40F6-970D-31D33752333A}">
      <dsp:nvSpPr>
        <dsp:cNvPr id="0" name=""/>
        <dsp:cNvSpPr/>
      </dsp:nvSpPr>
      <dsp:spPr>
        <a:xfrm>
          <a:off x="3053498" y="2251803"/>
          <a:ext cx="491285" cy="1404208"/>
        </a:xfrm>
        <a:custGeom>
          <a:avLst/>
          <a:gdLst/>
          <a:ahLst/>
          <a:cxnLst/>
          <a:rect l="0" t="0" r="0" b="0"/>
          <a:pathLst>
            <a:path>
              <a:moveTo>
                <a:pt x="0" y="1404208"/>
              </a:moveTo>
              <a:lnTo>
                <a:pt x="245642" y="1404208"/>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1949" y="2916716"/>
        <a:ext cx="74383" cy="74383"/>
      </dsp:txXfrm>
    </dsp:sp>
    <dsp:sp modelId="{43E26209-9D9B-49E6-9043-E96D011F5BC4}">
      <dsp:nvSpPr>
        <dsp:cNvPr id="0" name=""/>
        <dsp:cNvSpPr/>
      </dsp:nvSpPr>
      <dsp:spPr>
        <a:xfrm>
          <a:off x="3053498" y="1315664"/>
          <a:ext cx="491285" cy="2340347"/>
        </a:xfrm>
        <a:custGeom>
          <a:avLst/>
          <a:gdLst/>
          <a:ahLst/>
          <a:cxnLst/>
          <a:rect l="0" t="0" r="0" b="0"/>
          <a:pathLst>
            <a:path>
              <a:moveTo>
                <a:pt x="0" y="2340347"/>
              </a:moveTo>
              <a:lnTo>
                <a:pt x="245642" y="2340347"/>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239357" y="2426054"/>
        <a:ext cx="119567" cy="119567"/>
      </dsp:txXfrm>
    </dsp:sp>
    <dsp:sp modelId="{022D3A00-6737-432F-A9A5-03BCBC1B6962}">
      <dsp:nvSpPr>
        <dsp:cNvPr id="0" name=""/>
        <dsp:cNvSpPr/>
      </dsp:nvSpPr>
      <dsp:spPr>
        <a:xfrm>
          <a:off x="3053498" y="379525"/>
          <a:ext cx="491285" cy="3276486"/>
        </a:xfrm>
        <a:custGeom>
          <a:avLst/>
          <a:gdLst/>
          <a:ahLst/>
          <a:cxnLst/>
          <a:rect l="0" t="0" r="0" b="0"/>
          <a:pathLst>
            <a:path>
              <a:moveTo>
                <a:pt x="0" y="3276486"/>
              </a:moveTo>
              <a:lnTo>
                <a:pt x="245642" y="3276486"/>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216313" y="1934941"/>
        <a:ext cx="165655" cy="165655"/>
      </dsp:txXfrm>
    </dsp:sp>
    <dsp:sp modelId="{B4A34378-CFA4-473F-AFA9-F8FD104D27B5}">
      <dsp:nvSpPr>
        <dsp:cNvPr id="0" name=""/>
        <dsp:cNvSpPr/>
      </dsp:nvSpPr>
      <dsp:spPr>
        <a:xfrm rot="16200000">
          <a:off x="708223" y="3281556"/>
          <a:ext cx="3941638"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0" kern="1200" cap="none" spc="0" dirty="0">
              <a:ln w="0"/>
              <a:effectLst>
                <a:outerShdw blurRad="38100" dist="25400" dir="5400000" algn="ctr" rotWithShape="0">
                  <a:srgbClr val="6E747A">
                    <a:alpha val="43000"/>
                  </a:srgbClr>
                </a:outerShdw>
              </a:effectLst>
            </a:rPr>
            <a:t>Categorical features (8)</a:t>
          </a:r>
          <a:endParaRPr lang="en-US" sz="3200" kern="1200" dirty="0"/>
        </a:p>
      </dsp:txBody>
      <dsp:txXfrm>
        <a:off x="708223" y="3281556"/>
        <a:ext cx="3941638" cy="748911"/>
      </dsp:txXfrm>
    </dsp:sp>
    <dsp:sp modelId="{285C8F01-5ABA-4AF3-B57F-AC4B79797264}">
      <dsp:nvSpPr>
        <dsp:cNvPr id="0" name=""/>
        <dsp:cNvSpPr/>
      </dsp:nvSpPr>
      <dsp:spPr>
        <a:xfrm>
          <a:off x="3544784" y="5069"/>
          <a:ext cx="2456429" cy="748911"/>
        </a:xfrm>
        <a:prstGeom prst="rect">
          <a:avLst/>
        </a:prstGeom>
        <a:solidFill>
          <a:srgbClr val="FF000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Airline</a:t>
          </a:r>
          <a:endParaRPr lang="en-US" sz="2500" kern="1200" dirty="0"/>
        </a:p>
      </dsp:txBody>
      <dsp:txXfrm>
        <a:off x="3544784" y="5069"/>
        <a:ext cx="2456429" cy="748911"/>
      </dsp:txXfrm>
    </dsp:sp>
    <dsp:sp modelId="{434CB685-55BE-472B-9397-EE3F2787F4E6}">
      <dsp:nvSpPr>
        <dsp:cNvPr id="0" name=""/>
        <dsp:cNvSpPr/>
      </dsp:nvSpPr>
      <dsp:spPr>
        <a:xfrm>
          <a:off x="3544784" y="941208"/>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flight</a:t>
          </a:r>
          <a:endParaRPr lang="en-US" sz="2500" kern="1200" dirty="0"/>
        </a:p>
      </dsp:txBody>
      <dsp:txXfrm>
        <a:off x="3544784" y="941208"/>
        <a:ext cx="2456429" cy="748911"/>
      </dsp:txXfrm>
    </dsp:sp>
    <dsp:sp modelId="{F6B353CC-0147-4B9C-A4ED-04D68DEF2FF1}">
      <dsp:nvSpPr>
        <dsp:cNvPr id="0" name=""/>
        <dsp:cNvSpPr/>
      </dsp:nvSpPr>
      <dsp:spPr>
        <a:xfrm>
          <a:off x="3544784" y="1877348"/>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source_city</a:t>
          </a:r>
          <a:r>
            <a:rPr lang="en-US" sz="2500" b="1" kern="1200" dirty="0"/>
            <a:t> </a:t>
          </a:r>
          <a:endParaRPr lang="en-US" sz="2500" kern="1200" dirty="0"/>
        </a:p>
      </dsp:txBody>
      <dsp:txXfrm>
        <a:off x="3544784" y="1877348"/>
        <a:ext cx="2456429" cy="748911"/>
      </dsp:txXfrm>
    </dsp:sp>
    <dsp:sp modelId="{1669DEFC-4E44-41DC-A814-A15F048DF08D}">
      <dsp:nvSpPr>
        <dsp:cNvPr id="0" name=""/>
        <dsp:cNvSpPr/>
      </dsp:nvSpPr>
      <dsp:spPr>
        <a:xfrm>
          <a:off x="3544784" y="2813487"/>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destination_city</a:t>
          </a:r>
          <a:endParaRPr lang="en-US" sz="2500" kern="1200" dirty="0"/>
        </a:p>
      </dsp:txBody>
      <dsp:txXfrm>
        <a:off x="3544784" y="2813487"/>
        <a:ext cx="2456429" cy="748911"/>
      </dsp:txXfrm>
    </dsp:sp>
    <dsp:sp modelId="{660606D2-9C24-4EC5-8264-F940308A80A3}">
      <dsp:nvSpPr>
        <dsp:cNvPr id="0" name=""/>
        <dsp:cNvSpPr/>
      </dsp:nvSpPr>
      <dsp:spPr>
        <a:xfrm>
          <a:off x="3544784" y="3749626"/>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departure_time</a:t>
          </a:r>
          <a:endParaRPr lang="en-US" sz="2500" kern="1200" dirty="0"/>
        </a:p>
      </dsp:txBody>
      <dsp:txXfrm>
        <a:off x="3544784" y="3749626"/>
        <a:ext cx="2456429" cy="748911"/>
      </dsp:txXfrm>
    </dsp:sp>
    <dsp:sp modelId="{2008DF2D-15C2-4974-B4DB-6AE335D8A980}">
      <dsp:nvSpPr>
        <dsp:cNvPr id="0" name=""/>
        <dsp:cNvSpPr/>
      </dsp:nvSpPr>
      <dsp:spPr>
        <a:xfrm>
          <a:off x="3544784" y="4685765"/>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arrival_time</a:t>
          </a:r>
          <a:endParaRPr lang="en-US" sz="2500" kern="1200" dirty="0"/>
        </a:p>
      </dsp:txBody>
      <dsp:txXfrm>
        <a:off x="3544784" y="4685765"/>
        <a:ext cx="2456429" cy="748911"/>
      </dsp:txXfrm>
    </dsp:sp>
    <dsp:sp modelId="{78B47BFC-E921-42E5-89B3-6B6AC47B609D}">
      <dsp:nvSpPr>
        <dsp:cNvPr id="0" name=""/>
        <dsp:cNvSpPr/>
      </dsp:nvSpPr>
      <dsp:spPr>
        <a:xfrm>
          <a:off x="3544784" y="5621904"/>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Stops</a:t>
          </a:r>
          <a:endParaRPr lang="en-US" sz="2500" kern="1200" dirty="0"/>
        </a:p>
      </dsp:txBody>
      <dsp:txXfrm>
        <a:off x="3544784" y="5621904"/>
        <a:ext cx="2456429" cy="748911"/>
      </dsp:txXfrm>
    </dsp:sp>
    <dsp:sp modelId="{7E9B94F5-342C-4C58-9646-01436C1F81E4}">
      <dsp:nvSpPr>
        <dsp:cNvPr id="0" name=""/>
        <dsp:cNvSpPr/>
      </dsp:nvSpPr>
      <dsp:spPr>
        <a:xfrm>
          <a:off x="3544784" y="6558043"/>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Class</a:t>
          </a:r>
        </a:p>
      </dsp:txBody>
      <dsp:txXfrm>
        <a:off x="3544784" y="6558043"/>
        <a:ext cx="2456429" cy="7489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A4E64-5F07-4FAD-880B-44D58C83121D}">
      <dsp:nvSpPr>
        <dsp:cNvPr id="0" name=""/>
        <dsp:cNvSpPr/>
      </dsp:nvSpPr>
      <dsp:spPr>
        <a:xfrm>
          <a:off x="918794" y="1975644"/>
          <a:ext cx="492488" cy="469215"/>
        </a:xfrm>
        <a:custGeom>
          <a:avLst/>
          <a:gdLst/>
          <a:ahLst/>
          <a:cxnLst/>
          <a:rect l="0" t="0" r="0" b="0"/>
          <a:pathLst>
            <a:path>
              <a:moveTo>
                <a:pt x="0" y="0"/>
              </a:moveTo>
              <a:lnTo>
                <a:pt x="246244" y="0"/>
              </a:lnTo>
              <a:lnTo>
                <a:pt x="246244" y="469215"/>
              </a:lnTo>
              <a:lnTo>
                <a:pt x="492488" y="46921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48032" y="2193246"/>
        <a:ext cx="34011" cy="34011"/>
      </dsp:txXfrm>
    </dsp:sp>
    <dsp:sp modelId="{77E9C9AA-84CF-413B-BBBE-B1B2556AE2F3}">
      <dsp:nvSpPr>
        <dsp:cNvPr id="0" name=""/>
        <dsp:cNvSpPr/>
      </dsp:nvSpPr>
      <dsp:spPr>
        <a:xfrm>
          <a:off x="918794" y="1506428"/>
          <a:ext cx="492488" cy="469215"/>
        </a:xfrm>
        <a:custGeom>
          <a:avLst/>
          <a:gdLst/>
          <a:ahLst/>
          <a:cxnLst/>
          <a:rect l="0" t="0" r="0" b="0"/>
          <a:pathLst>
            <a:path>
              <a:moveTo>
                <a:pt x="0" y="469215"/>
              </a:moveTo>
              <a:lnTo>
                <a:pt x="246244" y="469215"/>
              </a:lnTo>
              <a:lnTo>
                <a:pt x="246244" y="0"/>
              </a:lnTo>
              <a:lnTo>
                <a:pt x="492488"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48032" y="1724030"/>
        <a:ext cx="34011" cy="34011"/>
      </dsp:txXfrm>
    </dsp:sp>
    <dsp:sp modelId="{984031B5-4440-4993-B3E6-7BAD0EB2A370}">
      <dsp:nvSpPr>
        <dsp:cNvPr id="0" name=""/>
        <dsp:cNvSpPr/>
      </dsp:nvSpPr>
      <dsp:spPr>
        <a:xfrm rot="16200000">
          <a:off x="-1432222" y="1600271"/>
          <a:ext cx="3951288"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b="0" kern="1200" cap="none" spc="0" dirty="0">
              <a:ln w="0"/>
              <a:effectLst>
                <a:outerShdw blurRad="38100" dist="25400" dir="5400000" algn="ctr" rotWithShape="0">
                  <a:srgbClr val="6E747A">
                    <a:alpha val="43000"/>
                  </a:srgbClr>
                </a:outerShdw>
              </a:effectLst>
            </a:rPr>
            <a:t>Numerical features (2)</a:t>
          </a:r>
          <a:endParaRPr lang="en-US" sz="3300" kern="1200" dirty="0"/>
        </a:p>
      </dsp:txBody>
      <dsp:txXfrm>
        <a:off x="-1432222" y="1600271"/>
        <a:ext cx="3951288" cy="750744"/>
      </dsp:txXfrm>
    </dsp:sp>
    <dsp:sp modelId="{8363B65D-EDF0-4570-8C97-BB5E615E8538}">
      <dsp:nvSpPr>
        <dsp:cNvPr id="0" name=""/>
        <dsp:cNvSpPr/>
      </dsp:nvSpPr>
      <dsp:spPr>
        <a:xfrm>
          <a:off x="1411282" y="1131056"/>
          <a:ext cx="2462442"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mj-lt"/>
              <a:ea typeface="Open Sans 2 Bold"/>
              <a:cs typeface="Open Sans 2 Bold"/>
              <a:sym typeface="Open Sans 2 Bold"/>
            </a:rPr>
            <a:t>duration</a:t>
          </a:r>
          <a:endParaRPr lang="en-US" sz="2800" kern="1200" dirty="0">
            <a:latin typeface="+mj-lt"/>
          </a:endParaRPr>
        </a:p>
      </dsp:txBody>
      <dsp:txXfrm>
        <a:off x="1411282" y="1131056"/>
        <a:ext cx="2462442" cy="750744"/>
      </dsp:txXfrm>
    </dsp:sp>
    <dsp:sp modelId="{1F3C89C4-1782-41DD-95E9-C64F37DFC064}">
      <dsp:nvSpPr>
        <dsp:cNvPr id="0" name=""/>
        <dsp:cNvSpPr/>
      </dsp:nvSpPr>
      <dsp:spPr>
        <a:xfrm>
          <a:off x="1411282" y="2069487"/>
          <a:ext cx="2462442"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err="1">
              <a:latin typeface="+mj-lt"/>
              <a:ea typeface="Open Sans 2 Bold"/>
              <a:cs typeface="Open Sans 2 Bold"/>
              <a:sym typeface="Open Sans 2 Bold"/>
            </a:rPr>
            <a:t>days_left</a:t>
          </a:r>
          <a:endParaRPr lang="en-US" sz="2800" kern="1200" dirty="0">
            <a:latin typeface="+mj-lt"/>
          </a:endParaRPr>
        </a:p>
      </dsp:txBody>
      <dsp:txXfrm>
        <a:off x="1411282" y="2069487"/>
        <a:ext cx="2462442" cy="7507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C2BBA-8D52-4B26-9E0C-4D30A4EF81D1}">
      <dsp:nvSpPr>
        <dsp:cNvPr id="0" name=""/>
        <dsp:cNvSpPr/>
      </dsp:nvSpPr>
      <dsp:spPr>
        <a:xfrm>
          <a:off x="918794" y="1975644"/>
          <a:ext cx="492488" cy="938430"/>
        </a:xfrm>
        <a:custGeom>
          <a:avLst/>
          <a:gdLst/>
          <a:ahLst/>
          <a:cxnLst/>
          <a:rect l="0" t="0" r="0" b="0"/>
          <a:pathLst>
            <a:path>
              <a:moveTo>
                <a:pt x="0" y="0"/>
              </a:moveTo>
              <a:lnTo>
                <a:pt x="246244" y="0"/>
              </a:lnTo>
              <a:lnTo>
                <a:pt x="246244" y="938430"/>
              </a:lnTo>
              <a:lnTo>
                <a:pt x="492488" y="93843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38543" y="2418364"/>
        <a:ext cx="52990" cy="52990"/>
      </dsp:txXfrm>
    </dsp:sp>
    <dsp:sp modelId="{C61A4E64-5F07-4FAD-880B-44D58C83121D}">
      <dsp:nvSpPr>
        <dsp:cNvPr id="0" name=""/>
        <dsp:cNvSpPr/>
      </dsp:nvSpPr>
      <dsp:spPr>
        <a:xfrm>
          <a:off x="918794" y="1929923"/>
          <a:ext cx="492488" cy="91440"/>
        </a:xfrm>
        <a:custGeom>
          <a:avLst/>
          <a:gdLst/>
          <a:ahLst/>
          <a:cxnLst/>
          <a:rect l="0" t="0" r="0" b="0"/>
          <a:pathLst>
            <a:path>
              <a:moveTo>
                <a:pt x="0" y="45720"/>
              </a:moveTo>
              <a:lnTo>
                <a:pt x="492488" y="4572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52726" y="1963331"/>
        <a:ext cx="24624" cy="24624"/>
      </dsp:txXfrm>
    </dsp:sp>
    <dsp:sp modelId="{77E9C9AA-84CF-413B-BBBE-B1B2556AE2F3}">
      <dsp:nvSpPr>
        <dsp:cNvPr id="0" name=""/>
        <dsp:cNvSpPr/>
      </dsp:nvSpPr>
      <dsp:spPr>
        <a:xfrm>
          <a:off x="918794" y="1037213"/>
          <a:ext cx="492488" cy="938430"/>
        </a:xfrm>
        <a:custGeom>
          <a:avLst/>
          <a:gdLst/>
          <a:ahLst/>
          <a:cxnLst/>
          <a:rect l="0" t="0" r="0" b="0"/>
          <a:pathLst>
            <a:path>
              <a:moveTo>
                <a:pt x="0" y="938430"/>
              </a:moveTo>
              <a:lnTo>
                <a:pt x="246244" y="938430"/>
              </a:lnTo>
              <a:lnTo>
                <a:pt x="246244" y="0"/>
              </a:lnTo>
              <a:lnTo>
                <a:pt x="492488"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38543" y="1479933"/>
        <a:ext cx="52990" cy="52990"/>
      </dsp:txXfrm>
    </dsp:sp>
    <dsp:sp modelId="{984031B5-4440-4993-B3E6-7BAD0EB2A370}">
      <dsp:nvSpPr>
        <dsp:cNvPr id="0" name=""/>
        <dsp:cNvSpPr/>
      </dsp:nvSpPr>
      <dsp:spPr>
        <a:xfrm rot="16200000">
          <a:off x="-1432222" y="1600271"/>
          <a:ext cx="3951288"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b="0" kern="1200" cap="none" spc="0" dirty="0">
              <a:ln w="0"/>
              <a:effectLst>
                <a:outerShdw blurRad="38100" dist="25400" dir="5400000" algn="ctr" rotWithShape="0">
                  <a:srgbClr val="6E747A">
                    <a:alpha val="43000"/>
                  </a:srgbClr>
                </a:outerShdw>
              </a:effectLst>
            </a:rPr>
            <a:t>Numerical features (3)</a:t>
          </a:r>
          <a:endParaRPr lang="en-US" sz="3300" kern="1200" dirty="0"/>
        </a:p>
      </dsp:txBody>
      <dsp:txXfrm>
        <a:off x="-1432222" y="1600271"/>
        <a:ext cx="3951288" cy="750744"/>
      </dsp:txXfrm>
    </dsp:sp>
    <dsp:sp modelId="{8363B65D-EDF0-4570-8C97-BB5E615E8538}">
      <dsp:nvSpPr>
        <dsp:cNvPr id="0" name=""/>
        <dsp:cNvSpPr/>
      </dsp:nvSpPr>
      <dsp:spPr>
        <a:xfrm>
          <a:off x="1411282" y="661840"/>
          <a:ext cx="2462442"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b="1" kern="1200" dirty="0">
              <a:latin typeface="+mj-lt"/>
              <a:ea typeface="Open Sans 2 Bold"/>
              <a:cs typeface="Open Sans 2 Bold"/>
              <a:sym typeface="Open Sans 2 Bold"/>
            </a:rPr>
            <a:t>duration</a:t>
          </a:r>
          <a:endParaRPr lang="en-US" sz="2700" kern="1200" dirty="0">
            <a:latin typeface="+mj-lt"/>
          </a:endParaRPr>
        </a:p>
      </dsp:txBody>
      <dsp:txXfrm>
        <a:off x="1411282" y="661840"/>
        <a:ext cx="2462442" cy="750744"/>
      </dsp:txXfrm>
    </dsp:sp>
    <dsp:sp modelId="{1F3C89C4-1782-41DD-95E9-C64F37DFC064}">
      <dsp:nvSpPr>
        <dsp:cNvPr id="0" name=""/>
        <dsp:cNvSpPr/>
      </dsp:nvSpPr>
      <dsp:spPr>
        <a:xfrm>
          <a:off x="1411282" y="1600271"/>
          <a:ext cx="2462442" cy="750744"/>
        </a:xfrm>
        <a:prstGeom prst="rect">
          <a:avLst/>
        </a:prstGeom>
        <a:solidFill>
          <a:schemeClr val="bg1"/>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b="1" kern="1200" dirty="0" err="1">
              <a:latin typeface="+mj-lt"/>
              <a:ea typeface="Open Sans 2 Bold"/>
              <a:cs typeface="Open Sans 2 Bold"/>
              <a:sym typeface="Open Sans 2 Bold"/>
            </a:rPr>
            <a:t>days_left</a:t>
          </a:r>
          <a:endParaRPr lang="en-US" sz="2700" kern="1200" dirty="0">
            <a:latin typeface="+mj-lt"/>
          </a:endParaRPr>
        </a:p>
      </dsp:txBody>
      <dsp:txXfrm>
        <a:off x="1411282" y="1600271"/>
        <a:ext cx="2462442" cy="750744"/>
      </dsp:txXfrm>
    </dsp:sp>
    <dsp:sp modelId="{ECA376BD-F797-4D7A-B822-E1942A2DB10D}">
      <dsp:nvSpPr>
        <dsp:cNvPr id="0" name=""/>
        <dsp:cNvSpPr/>
      </dsp:nvSpPr>
      <dsp:spPr>
        <a:xfrm>
          <a:off x="1411282" y="2538702"/>
          <a:ext cx="2462442" cy="750744"/>
        </a:xfrm>
        <a:prstGeom prst="rect">
          <a:avLst/>
        </a:prstGeom>
        <a:solidFill>
          <a:srgbClr val="92D05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b="1" kern="1200" dirty="0"/>
            <a:t>Route-frequency</a:t>
          </a:r>
        </a:p>
      </dsp:txBody>
      <dsp:txXfrm>
        <a:off x="1411282" y="2538702"/>
        <a:ext cx="2462442" cy="7507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9947C2-D125-41ED-ABC7-1D4FD6D6D039}">
      <dsp:nvSpPr>
        <dsp:cNvPr id="0" name=""/>
        <dsp:cNvSpPr/>
      </dsp:nvSpPr>
      <dsp:spPr>
        <a:xfrm>
          <a:off x="3053498" y="3656012"/>
          <a:ext cx="491285" cy="3276486"/>
        </a:xfrm>
        <a:custGeom>
          <a:avLst/>
          <a:gdLst/>
          <a:ahLst/>
          <a:cxnLst/>
          <a:rect l="0" t="0" r="0" b="0"/>
          <a:pathLst>
            <a:path>
              <a:moveTo>
                <a:pt x="0" y="0"/>
              </a:moveTo>
              <a:lnTo>
                <a:pt x="245642" y="0"/>
              </a:lnTo>
              <a:lnTo>
                <a:pt x="245642" y="3276486"/>
              </a:lnTo>
              <a:lnTo>
                <a:pt x="491285" y="327648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216313" y="5211428"/>
        <a:ext cx="165655" cy="165655"/>
      </dsp:txXfrm>
    </dsp:sp>
    <dsp:sp modelId="{C7C59C17-43DC-407E-BE9A-FA52D4E7B100}">
      <dsp:nvSpPr>
        <dsp:cNvPr id="0" name=""/>
        <dsp:cNvSpPr/>
      </dsp:nvSpPr>
      <dsp:spPr>
        <a:xfrm>
          <a:off x="3053498" y="3656012"/>
          <a:ext cx="491285" cy="2340347"/>
        </a:xfrm>
        <a:custGeom>
          <a:avLst/>
          <a:gdLst/>
          <a:ahLst/>
          <a:cxnLst/>
          <a:rect l="0" t="0" r="0" b="0"/>
          <a:pathLst>
            <a:path>
              <a:moveTo>
                <a:pt x="0" y="0"/>
              </a:moveTo>
              <a:lnTo>
                <a:pt x="245642" y="0"/>
              </a:lnTo>
              <a:lnTo>
                <a:pt x="245642" y="2340347"/>
              </a:lnTo>
              <a:lnTo>
                <a:pt x="491285" y="234034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239357" y="4766402"/>
        <a:ext cx="119567" cy="119567"/>
      </dsp:txXfrm>
    </dsp:sp>
    <dsp:sp modelId="{BBDB92D3-FB5C-4C7E-AA6B-474C7F937AF7}">
      <dsp:nvSpPr>
        <dsp:cNvPr id="0" name=""/>
        <dsp:cNvSpPr/>
      </dsp:nvSpPr>
      <dsp:spPr>
        <a:xfrm>
          <a:off x="3053498" y="3656012"/>
          <a:ext cx="491285" cy="1404208"/>
        </a:xfrm>
        <a:custGeom>
          <a:avLst/>
          <a:gdLst/>
          <a:ahLst/>
          <a:cxnLst/>
          <a:rect l="0" t="0" r="0" b="0"/>
          <a:pathLst>
            <a:path>
              <a:moveTo>
                <a:pt x="0" y="0"/>
              </a:moveTo>
              <a:lnTo>
                <a:pt x="245642" y="0"/>
              </a:lnTo>
              <a:lnTo>
                <a:pt x="245642" y="1404208"/>
              </a:lnTo>
              <a:lnTo>
                <a:pt x="491285" y="140420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1949" y="4320925"/>
        <a:ext cx="74383" cy="74383"/>
      </dsp:txXfrm>
    </dsp:sp>
    <dsp:sp modelId="{EA538161-5EF1-4133-8C18-9F6A998D0298}">
      <dsp:nvSpPr>
        <dsp:cNvPr id="0" name=""/>
        <dsp:cNvSpPr/>
      </dsp:nvSpPr>
      <dsp:spPr>
        <a:xfrm>
          <a:off x="3053498" y="3656012"/>
          <a:ext cx="491285" cy="468069"/>
        </a:xfrm>
        <a:custGeom>
          <a:avLst/>
          <a:gdLst/>
          <a:ahLst/>
          <a:cxnLst/>
          <a:rect l="0" t="0" r="0" b="0"/>
          <a:pathLst>
            <a:path>
              <a:moveTo>
                <a:pt x="0" y="0"/>
              </a:moveTo>
              <a:lnTo>
                <a:pt x="245642" y="0"/>
              </a:lnTo>
              <a:lnTo>
                <a:pt x="245642" y="468069"/>
              </a:lnTo>
              <a:lnTo>
                <a:pt x="491285" y="46806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2176" y="3873083"/>
        <a:ext cx="33928" cy="33928"/>
      </dsp:txXfrm>
    </dsp:sp>
    <dsp:sp modelId="{9F0C8CB3-0F5A-4E5B-BC84-AFD81FA427C3}">
      <dsp:nvSpPr>
        <dsp:cNvPr id="0" name=""/>
        <dsp:cNvSpPr/>
      </dsp:nvSpPr>
      <dsp:spPr>
        <a:xfrm>
          <a:off x="3053498" y="3187942"/>
          <a:ext cx="491285" cy="468069"/>
        </a:xfrm>
        <a:custGeom>
          <a:avLst/>
          <a:gdLst/>
          <a:ahLst/>
          <a:cxnLst/>
          <a:rect l="0" t="0" r="0" b="0"/>
          <a:pathLst>
            <a:path>
              <a:moveTo>
                <a:pt x="0" y="468069"/>
              </a:moveTo>
              <a:lnTo>
                <a:pt x="245642" y="468069"/>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2176" y="3405013"/>
        <a:ext cx="33928" cy="33928"/>
      </dsp:txXfrm>
    </dsp:sp>
    <dsp:sp modelId="{87DB8B3B-E050-41EC-A6D4-FA04F335B24D}">
      <dsp:nvSpPr>
        <dsp:cNvPr id="0" name=""/>
        <dsp:cNvSpPr/>
      </dsp:nvSpPr>
      <dsp:spPr>
        <a:xfrm>
          <a:off x="3053498" y="2251803"/>
          <a:ext cx="491285" cy="1404208"/>
        </a:xfrm>
        <a:custGeom>
          <a:avLst/>
          <a:gdLst/>
          <a:ahLst/>
          <a:cxnLst/>
          <a:rect l="0" t="0" r="0" b="0"/>
          <a:pathLst>
            <a:path>
              <a:moveTo>
                <a:pt x="0" y="1404208"/>
              </a:moveTo>
              <a:lnTo>
                <a:pt x="245642" y="1404208"/>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1949" y="2916716"/>
        <a:ext cx="74383" cy="74383"/>
      </dsp:txXfrm>
    </dsp:sp>
    <dsp:sp modelId="{8DDC72BE-D680-40F6-970D-31D33752333A}">
      <dsp:nvSpPr>
        <dsp:cNvPr id="0" name=""/>
        <dsp:cNvSpPr/>
      </dsp:nvSpPr>
      <dsp:spPr>
        <a:xfrm>
          <a:off x="3053498" y="1315664"/>
          <a:ext cx="491285" cy="2340347"/>
        </a:xfrm>
        <a:custGeom>
          <a:avLst/>
          <a:gdLst/>
          <a:ahLst/>
          <a:cxnLst/>
          <a:rect l="0" t="0" r="0" b="0"/>
          <a:pathLst>
            <a:path>
              <a:moveTo>
                <a:pt x="0" y="2340347"/>
              </a:moveTo>
              <a:lnTo>
                <a:pt x="245642" y="2340347"/>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239357" y="2426054"/>
        <a:ext cx="119567" cy="119567"/>
      </dsp:txXfrm>
    </dsp:sp>
    <dsp:sp modelId="{022D3A00-6737-432F-A9A5-03BCBC1B6962}">
      <dsp:nvSpPr>
        <dsp:cNvPr id="0" name=""/>
        <dsp:cNvSpPr/>
      </dsp:nvSpPr>
      <dsp:spPr>
        <a:xfrm>
          <a:off x="3053498" y="379525"/>
          <a:ext cx="491285" cy="3276486"/>
        </a:xfrm>
        <a:custGeom>
          <a:avLst/>
          <a:gdLst/>
          <a:ahLst/>
          <a:cxnLst/>
          <a:rect l="0" t="0" r="0" b="0"/>
          <a:pathLst>
            <a:path>
              <a:moveTo>
                <a:pt x="0" y="3276486"/>
              </a:moveTo>
              <a:lnTo>
                <a:pt x="245642" y="3276486"/>
              </a:lnTo>
              <a:lnTo>
                <a:pt x="245642" y="0"/>
              </a:lnTo>
              <a:lnTo>
                <a:pt x="491285"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216313" y="1934941"/>
        <a:ext cx="165655" cy="165655"/>
      </dsp:txXfrm>
    </dsp:sp>
    <dsp:sp modelId="{B4A34378-CFA4-473F-AFA9-F8FD104D27B5}">
      <dsp:nvSpPr>
        <dsp:cNvPr id="0" name=""/>
        <dsp:cNvSpPr/>
      </dsp:nvSpPr>
      <dsp:spPr>
        <a:xfrm rot="16200000">
          <a:off x="708223" y="3281556"/>
          <a:ext cx="3941638"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0" kern="1200" cap="none" spc="0" dirty="0">
              <a:ln w="0"/>
              <a:effectLst>
                <a:outerShdw blurRad="38100" dist="25400" dir="5400000" algn="ctr" rotWithShape="0">
                  <a:srgbClr val="6E747A">
                    <a:alpha val="43000"/>
                  </a:srgbClr>
                </a:outerShdw>
              </a:effectLst>
            </a:rPr>
            <a:t>Categorical features (8)</a:t>
          </a:r>
          <a:endParaRPr lang="en-US" sz="3200" kern="1200" dirty="0"/>
        </a:p>
      </dsp:txBody>
      <dsp:txXfrm>
        <a:off x="708223" y="3281556"/>
        <a:ext cx="3941638" cy="748911"/>
      </dsp:txXfrm>
    </dsp:sp>
    <dsp:sp modelId="{285C8F01-5ABA-4AF3-B57F-AC4B79797264}">
      <dsp:nvSpPr>
        <dsp:cNvPr id="0" name=""/>
        <dsp:cNvSpPr/>
      </dsp:nvSpPr>
      <dsp:spPr>
        <a:xfrm>
          <a:off x="3544784" y="5069"/>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Airline</a:t>
          </a:r>
          <a:endParaRPr lang="en-US" sz="2500" kern="1200" dirty="0"/>
        </a:p>
      </dsp:txBody>
      <dsp:txXfrm>
        <a:off x="3544784" y="5069"/>
        <a:ext cx="2456429" cy="748911"/>
      </dsp:txXfrm>
    </dsp:sp>
    <dsp:sp modelId="{F6B353CC-0147-4B9C-A4ED-04D68DEF2FF1}">
      <dsp:nvSpPr>
        <dsp:cNvPr id="0" name=""/>
        <dsp:cNvSpPr/>
      </dsp:nvSpPr>
      <dsp:spPr>
        <a:xfrm>
          <a:off x="3544784" y="941208"/>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source_city</a:t>
          </a:r>
          <a:r>
            <a:rPr lang="en-US" sz="2500" b="1" kern="1200" dirty="0"/>
            <a:t> </a:t>
          </a:r>
          <a:endParaRPr lang="en-US" sz="2500" kern="1200" dirty="0"/>
        </a:p>
      </dsp:txBody>
      <dsp:txXfrm>
        <a:off x="3544784" y="941208"/>
        <a:ext cx="2456429" cy="748911"/>
      </dsp:txXfrm>
    </dsp:sp>
    <dsp:sp modelId="{1669DEFC-4E44-41DC-A814-A15F048DF08D}">
      <dsp:nvSpPr>
        <dsp:cNvPr id="0" name=""/>
        <dsp:cNvSpPr/>
      </dsp:nvSpPr>
      <dsp:spPr>
        <a:xfrm>
          <a:off x="3544784" y="1877348"/>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destination_city</a:t>
          </a:r>
          <a:endParaRPr lang="en-US" sz="2500" kern="1200" dirty="0"/>
        </a:p>
      </dsp:txBody>
      <dsp:txXfrm>
        <a:off x="3544784" y="1877348"/>
        <a:ext cx="2456429" cy="748911"/>
      </dsp:txXfrm>
    </dsp:sp>
    <dsp:sp modelId="{660606D2-9C24-4EC5-8264-F940308A80A3}">
      <dsp:nvSpPr>
        <dsp:cNvPr id="0" name=""/>
        <dsp:cNvSpPr/>
      </dsp:nvSpPr>
      <dsp:spPr>
        <a:xfrm>
          <a:off x="3544784" y="2813487"/>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departure_time</a:t>
          </a:r>
          <a:endParaRPr lang="en-US" sz="2500" kern="1200" dirty="0"/>
        </a:p>
      </dsp:txBody>
      <dsp:txXfrm>
        <a:off x="3544784" y="2813487"/>
        <a:ext cx="2456429" cy="748911"/>
      </dsp:txXfrm>
    </dsp:sp>
    <dsp:sp modelId="{2008DF2D-15C2-4974-B4DB-6AE335D8A980}">
      <dsp:nvSpPr>
        <dsp:cNvPr id="0" name=""/>
        <dsp:cNvSpPr/>
      </dsp:nvSpPr>
      <dsp:spPr>
        <a:xfrm>
          <a:off x="3544784" y="3749626"/>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err="1"/>
            <a:t>arrival_time</a:t>
          </a:r>
          <a:endParaRPr lang="en-US" sz="2500" kern="1200" dirty="0"/>
        </a:p>
      </dsp:txBody>
      <dsp:txXfrm>
        <a:off x="3544784" y="3749626"/>
        <a:ext cx="2456429" cy="748911"/>
      </dsp:txXfrm>
    </dsp:sp>
    <dsp:sp modelId="{78B47BFC-E921-42E5-89B3-6B6AC47B609D}">
      <dsp:nvSpPr>
        <dsp:cNvPr id="0" name=""/>
        <dsp:cNvSpPr/>
      </dsp:nvSpPr>
      <dsp:spPr>
        <a:xfrm>
          <a:off x="3544784" y="4685765"/>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Stops</a:t>
          </a:r>
          <a:endParaRPr lang="en-US" sz="2500" kern="1200" dirty="0"/>
        </a:p>
      </dsp:txBody>
      <dsp:txXfrm>
        <a:off x="3544784" y="4685765"/>
        <a:ext cx="2456429" cy="748911"/>
      </dsp:txXfrm>
    </dsp:sp>
    <dsp:sp modelId="{7E9B94F5-342C-4C58-9646-01436C1F81E4}">
      <dsp:nvSpPr>
        <dsp:cNvPr id="0" name=""/>
        <dsp:cNvSpPr/>
      </dsp:nvSpPr>
      <dsp:spPr>
        <a:xfrm>
          <a:off x="3544784" y="5621904"/>
          <a:ext cx="2456429" cy="748911"/>
        </a:xfrm>
        <a:prstGeom prst="rect">
          <a:avLst/>
        </a:prstGeom>
        <a:gradFill rotWithShape="0">
          <a:gsLst>
            <a:gs pos="0">
              <a:schemeClr val="lt1">
                <a:hueOff val="0"/>
                <a:satOff val="0"/>
                <a:lumOff val="0"/>
                <a:alphaOff val="0"/>
                <a:tint val="54000"/>
                <a:alpha val="100000"/>
                <a:satMod val="105000"/>
                <a:lumMod val="110000"/>
              </a:schemeClr>
            </a:gs>
            <a:gs pos="100000">
              <a:schemeClr val="lt1">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Class</a:t>
          </a:r>
        </a:p>
      </dsp:txBody>
      <dsp:txXfrm>
        <a:off x="3544784" y="5621904"/>
        <a:ext cx="2456429" cy="748911"/>
      </dsp:txXfrm>
    </dsp:sp>
    <dsp:sp modelId="{14EBE21E-72A7-44D9-8DBA-7B5DF00199A5}">
      <dsp:nvSpPr>
        <dsp:cNvPr id="0" name=""/>
        <dsp:cNvSpPr/>
      </dsp:nvSpPr>
      <dsp:spPr>
        <a:xfrm>
          <a:off x="3544784" y="6558043"/>
          <a:ext cx="2456429" cy="748911"/>
        </a:xfrm>
        <a:prstGeom prst="rect">
          <a:avLst/>
        </a:prstGeom>
        <a:solidFill>
          <a:srgbClr val="92D05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1" kern="1200" dirty="0"/>
            <a:t>Route</a:t>
          </a:r>
        </a:p>
      </dsp:txBody>
      <dsp:txXfrm>
        <a:off x="3544784" y="6558043"/>
        <a:ext cx="2456429" cy="7489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391FA6-6504-4C15-99A7-179367B3DF60}">
      <dsp:nvSpPr>
        <dsp:cNvPr id="0" name=""/>
        <dsp:cNvSpPr/>
      </dsp:nvSpPr>
      <dsp:spPr>
        <a:xfrm>
          <a:off x="0" y="4159"/>
          <a:ext cx="15388867" cy="154238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sym typeface="Poppins Medium"/>
            </a:rPr>
            <a:t>Numeric features </a:t>
          </a:r>
          <a:endParaRPr lang="en-US" sz="6500" kern="1200" dirty="0"/>
        </a:p>
      </dsp:txBody>
      <dsp:txXfrm>
        <a:off x="45175" y="49334"/>
        <a:ext cx="15298517" cy="1452030"/>
      </dsp:txXfrm>
    </dsp:sp>
    <dsp:sp modelId="{B80563B0-74C9-402C-B612-BEB039CBA4B3}">
      <dsp:nvSpPr>
        <dsp:cNvPr id="0" name=""/>
        <dsp:cNvSpPr/>
      </dsp:nvSpPr>
      <dsp:spPr>
        <a:xfrm>
          <a:off x="1766" y="1705634"/>
          <a:ext cx="10052484" cy="1542380"/>
        </a:xfrm>
        <a:prstGeom prst="roundRect">
          <a:avLst>
            <a:gd name="adj" fmla="val 10000"/>
          </a:avLst>
        </a:prstGeom>
        <a:solidFill>
          <a:schemeClr val="accent2">
            <a:hueOff val="0"/>
            <a:satOff val="0"/>
            <a:lumOff val="0"/>
            <a:alphaOff val="0"/>
          </a:schemeClr>
        </a:solidFill>
        <a:ln w="15875"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Original </a:t>
          </a:r>
        </a:p>
      </dsp:txBody>
      <dsp:txXfrm>
        <a:off x="46941" y="1750809"/>
        <a:ext cx="9962134" cy="1452030"/>
      </dsp:txXfrm>
    </dsp:sp>
    <dsp:sp modelId="{401CF77D-6B93-4FE5-8AB2-3EF15241ACD2}">
      <dsp:nvSpPr>
        <dsp:cNvPr id="0" name=""/>
        <dsp:cNvSpPr/>
      </dsp:nvSpPr>
      <dsp:spPr>
        <a:xfrm>
          <a:off x="1766" y="3407109"/>
          <a:ext cx="4922862" cy="15423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US" sz="4900" kern="1200" dirty="0"/>
            <a:t>Duration</a:t>
          </a:r>
        </a:p>
      </dsp:txBody>
      <dsp:txXfrm>
        <a:off x="46941" y="3452284"/>
        <a:ext cx="4832512" cy="1452030"/>
      </dsp:txXfrm>
    </dsp:sp>
    <dsp:sp modelId="{8F7B9449-2860-4D05-9E66-B87F72BAFE32}">
      <dsp:nvSpPr>
        <dsp:cNvPr id="0" name=""/>
        <dsp:cNvSpPr/>
      </dsp:nvSpPr>
      <dsp:spPr>
        <a:xfrm>
          <a:off x="1766" y="5108585"/>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a:t>0.20</a:t>
          </a:r>
        </a:p>
      </dsp:txBody>
      <dsp:txXfrm>
        <a:off x="46941" y="5153760"/>
        <a:ext cx="4832512" cy="1452030"/>
      </dsp:txXfrm>
    </dsp:sp>
    <dsp:sp modelId="{9C7AB52B-84E7-4D09-9A8A-1E8B5EC59A65}">
      <dsp:nvSpPr>
        <dsp:cNvPr id="0" name=""/>
        <dsp:cNvSpPr/>
      </dsp:nvSpPr>
      <dsp:spPr>
        <a:xfrm>
          <a:off x="1766" y="6810060"/>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(weak positive correlation)</a:t>
          </a:r>
          <a:endParaRPr lang="en-US" sz="4200" kern="1200" dirty="0"/>
        </a:p>
      </dsp:txBody>
      <dsp:txXfrm>
        <a:off x="46941" y="6855235"/>
        <a:ext cx="4832512" cy="1452030"/>
      </dsp:txXfrm>
    </dsp:sp>
    <dsp:sp modelId="{338E4AF4-8340-42A7-AF6C-C9CD0706F266}">
      <dsp:nvSpPr>
        <dsp:cNvPr id="0" name=""/>
        <dsp:cNvSpPr/>
      </dsp:nvSpPr>
      <dsp:spPr>
        <a:xfrm>
          <a:off x="5131388" y="3407109"/>
          <a:ext cx="4922862" cy="15423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US" sz="4900" kern="1200" dirty="0" err="1"/>
            <a:t>days_left</a:t>
          </a:r>
          <a:endParaRPr lang="en-US" sz="4900" kern="1200" dirty="0"/>
        </a:p>
      </dsp:txBody>
      <dsp:txXfrm>
        <a:off x="5176563" y="3452284"/>
        <a:ext cx="4832512" cy="1452030"/>
      </dsp:txXfrm>
    </dsp:sp>
    <dsp:sp modelId="{57FF9E82-DDA4-4678-88BA-98DEDB809982}">
      <dsp:nvSpPr>
        <dsp:cNvPr id="0" name=""/>
        <dsp:cNvSpPr/>
      </dsp:nvSpPr>
      <dsp:spPr>
        <a:xfrm>
          <a:off x="5131388" y="5108585"/>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a:t>-0.09</a:t>
          </a:r>
        </a:p>
      </dsp:txBody>
      <dsp:txXfrm>
        <a:off x="5176563" y="5153760"/>
        <a:ext cx="4832512" cy="1452030"/>
      </dsp:txXfrm>
    </dsp:sp>
    <dsp:sp modelId="{D9819BEB-5DF2-45FA-A3D4-770C690734FD}">
      <dsp:nvSpPr>
        <dsp:cNvPr id="0" name=""/>
        <dsp:cNvSpPr/>
      </dsp:nvSpPr>
      <dsp:spPr>
        <a:xfrm>
          <a:off x="5131388" y="6810060"/>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(not significant negative correlation)</a:t>
          </a:r>
          <a:endParaRPr lang="en-US" sz="4200" kern="1200" dirty="0"/>
        </a:p>
      </dsp:txBody>
      <dsp:txXfrm>
        <a:off x="5176563" y="6855235"/>
        <a:ext cx="4832512" cy="1452030"/>
      </dsp:txXfrm>
    </dsp:sp>
    <dsp:sp modelId="{40309017-0293-4A83-8492-616057F46854}">
      <dsp:nvSpPr>
        <dsp:cNvPr id="0" name=""/>
        <dsp:cNvSpPr/>
      </dsp:nvSpPr>
      <dsp:spPr>
        <a:xfrm>
          <a:off x="10467771" y="1705634"/>
          <a:ext cx="4922862" cy="154238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Engineered</a:t>
          </a:r>
        </a:p>
      </dsp:txBody>
      <dsp:txXfrm>
        <a:off x="10512946" y="1750809"/>
        <a:ext cx="4832512" cy="1452030"/>
      </dsp:txXfrm>
    </dsp:sp>
    <dsp:sp modelId="{57F27E97-07B6-4DCB-9429-EF3D2DEB4679}">
      <dsp:nvSpPr>
        <dsp:cNvPr id="0" name=""/>
        <dsp:cNvSpPr/>
      </dsp:nvSpPr>
      <dsp:spPr>
        <a:xfrm>
          <a:off x="10467771" y="3407109"/>
          <a:ext cx="4922862" cy="154238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US" sz="4900" kern="1200" dirty="0" err="1"/>
            <a:t>route_frequency</a:t>
          </a:r>
          <a:r>
            <a:rPr lang="en-US" sz="4900" kern="1200" dirty="0"/>
            <a:t> </a:t>
          </a:r>
        </a:p>
      </dsp:txBody>
      <dsp:txXfrm>
        <a:off x="10512946" y="3452284"/>
        <a:ext cx="4832512" cy="1452030"/>
      </dsp:txXfrm>
    </dsp:sp>
    <dsp:sp modelId="{0B7D006D-A1C2-4DBA-9254-DE3A22BB0D11}">
      <dsp:nvSpPr>
        <dsp:cNvPr id="0" name=""/>
        <dsp:cNvSpPr/>
      </dsp:nvSpPr>
      <dsp:spPr>
        <a:xfrm>
          <a:off x="10467771" y="5108585"/>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-0.04</a:t>
          </a:r>
          <a:endParaRPr lang="en-US" sz="4200" kern="1200" dirty="0"/>
        </a:p>
      </dsp:txBody>
      <dsp:txXfrm>
        <a:off x="10512946" y="5153760"/>
        <a:ext cx="4832512" cy="1452030"/>
      </dsp:txXfrm>
    </dsp:sp>
    <dsp:sp modelId="{277BDBFD-4BFF-4F31-9183-EF0FD2EBFAF1}">
      <dsp:nvSpPr>
        <dsp:cNvPr id="0" name=""/>
        <dsp:cNvSpPr/>
      </dsp:nvSpPr>
      <dsp:spPr>
        <a:xfrm>
          <a:off x="10467771" y="6810060"/>
          <a:ext cx="4922862" cy="154238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(not significant negative correlation)</a:t>
          </a:r>
          <a:endParaRPr lang="en-US" sz="4200" kern="1200" dirty="0"/>
        </a:p>
      </dsp:txBody>
      <dsp:txXfrm>
        <a:off x="10512946" y="6855235"/>
        <a:ext cx="4832512" cy="14520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5E33AF-7668-4494-AFB8-E31EDD4EC34A}">
      <dsp:nvSpPr>
        <dsp:cNvPr id="0" name=""/>
        <dsp:cNvSpPr/>
      </dsp:nvSpPr>
      <dsp:spPr>
        <a:xfrm>
          <a:off x="0" y="459215"/>
          <a:ext cx="8870156" cy="27846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8423" tIns="541528" rIns="688423" bIns="184912" numCol="1" spcCol="1270" anchor="t" anchorCtr="0">
          <a:noAutofit/>
        </a:bodyPr>
        <a:lstStyle/>
        <a:p>
          <a:pPr marL="228600" lvl="1" indent="-228600" algn="l" defTabSz="1155700">
            <a:lnSpc>
              <a:spcPct val="100000"/>
            </a:lnSpc>
            <a:spcBef>
              <a:spcPct val="0"/>
            </a:spcBef>
            <a:spcAft>
              <a:spcPct val="15000"/>
            </a:spcAft>
            <a:buChar char="•"/>
          </a:pPr>
          <a:r>
            <a:rPr lang="en-US" sz="2600" b="1" kern="1200" cap="none" spc="0" dirty="0">
              <a:effectLst>
                <a:outerShdw blurRad="12700" dist="38100" dir="2700000" algn="tl" rotWithShape="0">
                  <a:schemeClr val="accent5">
                    <a:lumMod val="60000"/>
                    <a:lumOff val="40000"/>
                  </a:schemeClr>
                </a:outerShdw>
              </a:effectLst>
            </a:rPr>
            <a:t>123 outliers</a:t>
          </a:r>
          <a:endParaRPr lang="en-US" sz="2600" kern="1200" dirty="0"/>
        </a:p>
        <a:p>
          <a:pPr marL="228600" lvl="1" indent="-228600" algn="l" defTabSz="1155700">
            <a:lnSpc>
              <a:spcPct val="100000"/>
            </a:lnSpc>
            <a:spcBef>
              <a:spcPct val="0"/>
            </a:spcBef>
            <a:spcAft>
              <a:spcPct val="15000"/>
            </a:spcAft>
            <a:buChar char="•"/>
          </a:pPr>
          <a:r>
            <a:rPr lang="en-US" sz="2600" b="1" kern="1200" dirty="0"/>
            <a:t>These values were retained because they represent valid premium pricing rather than data errors.</a:t>
          </a:r>
          <a:endParaRPr lang="en-US" sz="2600" kern="1200" dirty="0"/>
        </a:p>
        <a:p>
          <a:pPr marL="228600" lvl="1" indent="-228600" algn="l" defTabSz="1155700">
            <a:lnSpc>
              <a:spcPct val="100000"/>
            </a:lnSpc>
            <a:spcBef>
              <a:spcPct val="0"/>
            </a:spcBef>
            <a:spcAft>
              <a:spcPct val="15000"/>
            </a:spcAft>
            <a:buChar char="•"/>
          </a:pPr>
          <a:endParaRPr lang="en-US" sz="2600" kern="1200"/>
        </a:p>
      </dsp:txBody>
      <dsp:txXfrm>
        <a:off x="0" y="459215"/>
        <a:ext cx="8870156" cy="2784600"/>
      </dsp:txXfrm>
    </dsp:sp>
    <dsp:sp modelId="{0C96D28B-BBB9-44AB-AD88-8E0C939564BD}">
      <dsp:nvSpPr>
        <dsp:cNvPr id="0" name=""/>
        <dsp:cNvSpPr/>
      </dsp:nvSpPr>
      <dsp:spPr>
        <a:xfrm>
          <a:off x="443507" y="75455"/>
          <a:ext cx="6209109" cy="767520"/>
        </a:xfrm>
        <a:prstGeom prst="roundRect">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34690" tIns="0" rIns="234690" bIns="0" numCol="1" spcCol="1270" anchor="ctr" anchorCtr="0">
          <a:noAutofit/>
        </a:bodyPr>
        <a:lstStyle/>
        <a:p>
          <a:pPr marL="0" lvl="0" indent="0" algn="l" defTabSz="1600200">
            <a:lnSpc>
              <a:spcPct val="100000"/>
            </a:lnSpc>
            <a:spcBef>
              <a:spcPct val="0"/>
            </a:spcBef>
            <a:spcAft>
              <a:spcPct val="35000"/>
            </a:spcAft>
            <a:buNone/>
          </a:pPr>
          <a:r>
            <a:rPr lang="en-US" sz="3600" kern="1200" dirty="0"/>
            <a:t>Price</a:t>
          </a:r>
        </a:p>
      </dsp:txBody>
      <dsp:txXfrm>
        <a:off x="480974" y="112922"/>
        <a:ext cx="6134175" cy="692586"/>
      </dsp:txXfrm>
    </dsp:sp>
    <dsp:sp modelId="{11A69112-19D2-4D08-BF81-D04D93193E33}">
      <dsp:nvSpPr>
        <dsp:cNvPr id="0" name=""/>
        <dsp:cNvSpPr/>
      </dsp:nvSpPr>
      <dsp:spPr>
        <a:xfrm>
          <a:off x="0" y="3767976"/>
          <a:ext cx="8870156" cy="3112200"/>
        </a:xfrm>
        <a:prstGeom prst="rect">
          <a:avLst/>
        </a:prstGeom>
        <a:solidFill>
          <a:schemeClr val="lt1">
            <a:alpha val="90000"/>
            <a:hueOff val="0"/>
            <a:satOff val="0"/>
            <a:lumOff val="0"/>
            <a:alphaOff val="0"/>
          </a:schemeClr>
        </a:solidFill>
        <a:ln w="9525" cap="flat" cmpd="sng" algn="ctr">
          <a:solidFill>
            <a:schemeClr val="accent2">
              <a:hueOff val="-3392975"/>
              <a:satOff val="11185"/>
              <a:lumOff val="1196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8423" tIns="541528" rIns="688423" bIns="184912" numCol="1" spcCol="1270" anchor="t" anchorCtr="0">
          <a:noAutofit/>
        </a:bodyPr>
        <a:lstStyle/>
        <a:p>
          <a:pPr marL="228600" lvl="1" indent="-228600" algn="l" defTabSz="1155700">
            <a:lnSpc>
              <a:spcPct val="100000"/>
            </a:lnSpc>
            <a:spcBef>
              <a:spcPct val="0"/>
            </a:spcBef>
            <a:spcAft>
              <a:spcPct val="15000"/>
            </a:spcAft>
            <a:buChar char="•"/>
          </a:pPr>
          <a:r>
            <a:rPr lang="en-US" sz="2600" b="1" kern="1200" dirty="0"/>
            <a:t>2110 outliers</a:t>
          </a:r>
        </a:p>
        <a:p>
          <a:pPr marL="228600" lvl="1" indent="-228600" algn="l" defTabSz="1155700">
            <a:lnSpc>
              <a:spcPct val="100000"/>
            </a:lnSpc>
            <a:spcBef>
              <a:spcPct val="0"/>
            </a:spcBef>
            <a:spcAft>
              <a:spcPct val="15000"/>
            </a:spcAft>
            <a:buFont typeface="Arial" panose="020B0604020202020204" pitchFamily="34" charset="0"/>
            <a:buChar char="•"/>
          </a:pPr>
          <a:r>
            <a:rPr lang="en-US" sz="2600" b="1" kern="1200" dirty="0"/>
            <a:t>Further investigation showed they represent legitimate long-duration flights rather than data errors.</a:t>
          </a:r>
          <a:r>
            <a:rPr lang="en-US" sz="2600" kern="1200" dirty="0"/>
            <a:t> </a:t>
          </a:r>
          <a:r>
            <a:rPr lang="en-US" sz="2600" b="1" kern="1200" dirty="0"/>
            <a:t>The outliers were retained to preserve real-world pricing patterns and avoid losing valuable information.</a:t>
          </a:r>
        </a:p>
      </dsp:txBody>
      <dsp:txXfrm>
        <a:off x="0" y="3767976"/>
        <a:ext cx="8870156" cy="3112200"/>
      </dsp:txXfrm>
    </dsp:sp>
    <dsp:sp modelId="{1B8C13AD-1C11-4060-8EAB-0E31BD51FE5C}">
      <dsp:nvSpPr>
        <dsp:cNvPr id="0" name=""/>
        <dsp:cNvSpPr/>
      </dsp:nvSpPr>
      <dsp:spPr>
        <a:xfrm>
          <a:off x="443507" y="3384215"/>
          <a:ext cx="6209109" cy="767520"/>
        </a:xfrm>
        <a:prstGeom prst="roundRect">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34690" tIns="0" rIns="234690" bIns="0" numCol="1" spcCol="1270" anchor="ctr" anchorCtr="0">
          <a:noAutofit/>
        </a:bodyPr>
        <a:lstStyle/>
        <a:p>
          <a:pPr marL="0" lvl="0" indent="0" algn="l" defTabSz="1600200">
            <a:lnSpc>
              <a:spcPct val="100000"/>
            </a:lnSpc>
            <a:spcBef>
              <a:spcPct val="0"/>
            </a:spcBef>
            <a:spcAft>
              <a:spcPct val="35000"/>
            </a:spcAft>
            <a:buNone/>
          </a:pPr>
          <a:r>
            <a:rPr lang="en-US" sz="3600" kern="1200" dirty="0"/>
            <a:t>Duration: </a:t>
          </a:r>
        </a:p>
      </dsp:txBody>
      <dsp:txXfrm>
        <a:off x="480974" y="3421682"/>
        <a:ext cx="6134175" cy="69258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9C060-1178-4707-B665-5E57114FD888}">
      <dsp:nvSpPr>
        <dsp:cNvPr id="0" name=""/>
        <dsp:cNvSpPr/>
      </dsp:nvSpPr>
      <dsp:spPr>
        <a:xfrm>
          <a:off x="1268" y="0"/>
          <a:ext cx="5459759" cy="5265738"/>
        </a:xfrm>
        <a:prstGeom prst="roundRect">
          <a:avLst>
            <a:gd name="adj" fmla="val 5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rtl="0">
            <a:lnSpc>
              <a:spcPct val="90000"/>
            </a:lnSpc>
            <a:spcBef>
              <a:spcPct val="0"/>
            </a:spcBef>
            <a:spcAft>
              <a:spcPct val="35000"/>
            </a:spcAft>
            <a:buNone/>
          </a:pPr>
          <a:r>
            <a:rPr lang="en-US" sz="3600" kern="1200" dirty="0">
              <a:latin typeface="ADLaM Display" panose="02010000000000000000" pitchFamily="2" charset="0"/>
              <a:ea typeface="ADLaM Display" panose="02010000000000000000" pitchFamily="2" charset="0"/>
              <a:cs typeface="ADLaM Display" panose="02010000000000000000" pitchFamily="2" charset="0"/>
            </a:rPr>
            <a:t>Preprocessing </a:t>
          </a:r>
        </a:p>
      </dsp:txBody>
      <dsp:txXfrm rot="16200000">
        <a:off x="-1611707" y="1612976"/>
        <a:ext cx="4317905" cy="1091951"/>
      </dsp:txXfrm>
    </dsp:sp>
    <dsp:sp modelId="{25C1CE98-A513-4187-92B4-64948A472FD7}">
      <dsp:nvSpPr>
        <dsp:cNvPr id="0" name=""/>
        <dsp:cNvSpPr/>
      </dsp:nvSpPr>
      <dsp:spPr>
        <a:xfrm>
          <a:off x="1093220" y="0"/>
          <a:ext cx="4067521" cy="5265738"/>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rtl="0">
            <a:lnSpc>
              <a:spcPct val="90000"/>
            </a:lnSpc>
            <a:spcBef>
              <a:spcPct val="0"/>
            </a:spcBef>
            <a:spcAft>
              <a:spcPct val="35000"/>
            </a:spcAft>
            <a:buNone/>
          </a:pPr>
          <a:r>
            <a:rPr lang="en-US" sz="2400" kern="1200" dirty="0"/>
            <a:t>Label encoding for stops because it is ordinal feature (0,1, 2+)</a:t>
          </a:r>
        </a:p>
        <a:p>
          <a:pPr marL="0" lvl="0" indent="0" algn="l" defTabSz="1066800" rtl="0">
            <a:lnSpc>
              <a:spcPct val="90000"/>
            </a:lnSpc>
            <a:spcBef>
              <a:spcPct val="0"/>
            </a:spcBef>
            <a:spcAft>
              <a:spcPct val="35000"/>
            </a:spcAft>
            <a:buNone/>
          </a:pPr>
          <a:r>
            <a:rPr lang="en-US" sz="2400" kern="1200" dirty="0"/>
            <a:t>Hot encoding for all other categorical features </a:t>
          </a:r>
        </a:p>
        <a:p>
          <a:pPr marL="0" lvl="0" indent="0" algn="l" defTabSz="1066800" rtl="0">
            <a:lnSpc>
              <a:spcPct val="90000"/>
            </a:lnSpc>
            <a:spcBef>
              <a:spcPct val="0"/>
            </a:spcBef>
            <a:spcAft>
              <a:spcPct val="35000"/>
            </a:spcAft>
            <a:buNone/>
          </a:pPr>
          <a:r>
            <a:rPr lang="en-US" sz="2400" kern="1200" dirty="0"/>
            <a:t>Scaling for only linear regression using standard scaler</a:t>
          </a:r>
        </a:p>
      </dsp:txBody>
      <dsp:txXfrm>
        <a:off x="1093220" y="0"/>
        <a:ext cx="4067521" cy="5265738"/>
      </dsp:txXfrm>
    </dsp:sp>
    <dsp:sp modelId="{15418336-ABE6-438C-999C-75BCAA273EF3}">
      <dsp:nvSpPr>
        <dsp:cNvPr id="0" name=""/>
        <dsp:cNvSpPr/>
      </dsp:nvSpPr>
      <dsp:spPr>
        <a:xfrm>
          <a:off x="5652120" y="0"/>
          <a:ext cx="5459759" cy="5265738"/>
        </a:xfrm>
        <a:prstGeom prst="roundRect">
          <a:avLst>
            <a:gd name="adj" fmla="val 5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rtl="0">
            <a:lnSpc>
              <a:spcPct val="90000"/>
            </a:lnSpc>
            <a:spcBef>
              <a:spcPct val="0"/>
            </a:spcBef>
            <a:spcAft>
              <a:spcPct val="35000"/>
            </a:spcAft>
            <a:buNone/>
          </a:pPr>
          <a:r>
            <a:rPr lang="en-US" sz="3600" kern="1200" dirty="0">
              <a:latin typeface="ADLaM Display" panose="02010000000000000000" pitchFamily="2" charset="0"/>
              <a:ea typeface="ADLaM Display" panose="02010000000000000000" pitchFamily="2" charset="0"/>
              <a:cs typeface="ADLaM Display" panose="02010000000000000000" pitchFamily="2" charset="0"/>
            </a:rPr>
            <a:t>Model approach </a:t>
          </a:r>
        </a:p>
      </dsp:txBody>
      <dsp:txXfrm rot="16200000">
        <a:off x="4039143" y="1612976"/>
        <a:ext cx="4317905" cy="1091951"/>
      </dsp:txXfrm>
    </dsp:sp>
    <dsp:sp modelId="{695D78CB-25AA-4822-AB64-2B312901C038}">
      <dsp:nvSpPr>
        <dsp:cNvPr id="0" name=""/>
        <dsp:cNvSpPr/>
      </dsp:nvSpPr>
      <dsp:spPr>
        <a:xfrm rot="5400000">
          <a:off x="5292651" y="4102800"/>
          <a:ext cx="773534" cy="818963"/>
        </a:xfrm>
        <a:prstGeom prst="flowChartExtra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C4001D-90F5-4F9E-8570-92559AF68456}">
      <dsp:nvSpPr>
        <dsp:cNvPr id="0" name=""/>
        <dsp:cNvSpPr/>
      </dsp:nvSpPr>
      <dsp:spPr>
        <a:xfrm>
          <a:off x="6744072" y="0"/>
          <a:ext cx="4067521" cy="5265738"/>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rtl="0">
            <a:lnSpc>
              <a:spcPct val="90000"/>
            </a:lnSpc>
            <a:spcBef>
              <a:spcPct val="0"/>
            </a:spcBef>
            <a:spcAft>
              <a:spcPct val="35000"/>
            </a:spcAft>
            <a:buNone/>
          </a:pPr>
          <a:r>
            <a:rPr lang="en-US" sz="2400" kern="1200" dirty="0"/>
            <a:t>Models: regression models candidates</a:t>
          </a:r>
        </a:p>
        <a:p>
          <a:pPr marL="228600" lvl="1" indent="-228600" algn="l" defTabSz="1066800" rtl="0">
            <a:lnSpc>
              <a:spcPct val="90000"/>
            </a:lnSpc>
            <a:spcBef>
              <a:spcPct val="0"/>
            </a:spcBef>
            <a:spcAft>
              <a:spcPct val="15000"/>
            </a:spcAft>
            <a:buChar char="•"/>
          </a:pPr>
          <a:r>
            <a:rPr lang="en-US" sz="2400" kern="1200" dirty="0"/>
            <a:t>Linear regression</a:t>
          </a:r>
        </a:p>
        <a:p>
          <a:pPr marL="228600" lvl="1" indent="-228600" algn="l" defTabSz="1066800" rtl="0">
            <a:lnSpc>
              <a:spcPct val="90000"/>
            </a:lnSpc>
            <a:spcBef>
              <a:spcPct val="0"/>
            </a:spcBef>
            <a:spcAft>
              <a:spcPct val="15000"/>
            </a:spcAft>
            <a:buChar char="•"/>
          </a:pPr>
          <a:r>
            <a:rPr lang="en-US" sz="2400" kern="1200" dirty="0"/>
            <a:t>Decision tree</a:t>
          </a:r>
        </a:p>
        <a:p>
          <a:pPr marL="228600" lvl="1" indent="-228600" algn="l" defTabSz="1066800" rtl="0">
            <a:lnSpc>
              <a:spcPct val="90000"/>
            </a:lnSpc>
            <a:spcBef>
              <a:spcPct val="0"/>
            </a:spcBef>
            <a:spcAft>
              <a:spcPct val="15000"/>
            </a:spcAft>
            <a:buChar char="•"/>
          </a:pPr>
          <a:r>
            <a:rPr lang="en-US" sz="2400" kern="1200" dirty="0"/>
            <a:t>Random forest</a:t>
          </a:r>
        </a:p>
        <a:p>
          <a:pPr marL="228600" lvl="1" indent="-228600" algn="l" defTabSz="1066800" rtl="0">
            <a:lnSpc>
              <a:spcPct val="90000"/>
            </a:lnSpc>
            <a:spcBef>
              <a:spcPct val="0"/>
            </a:spcBef>
            <a:spcAft>
              <a:spcPct val="15000"/>
            </a:spcAft>
            <a:buChar char="•"/>
          </a:pPr>
          <a:r>
            <a:rPr lang="en-US" sz="2400" kern="1200" dirty="0" err="1"/>
            <a:t>XGboost</a:t>
          </a:r>
          <a:r>
            <a:rPr lang="en-US" sz="2400" kern="1200" dirty="0"/>
            <a:t> </a:t>
          </a:r>
        </a:p>
        <a:p>
          <a:pPr marL="0" lvl="0" indent="0" algn="l" defTabSz="1066800" rtl="0">
            <a:lnSpc>
              <a:spcPct val="90000"/>
            </a:lnSpc>
            <a:spcBef>
              <a:spcPct val="0"/>
            </a:spcBef>
            <a:spcAft>
              <a:spcPct val="35000"/>
            </a:spcAft>
            <a:buNone/>
          </a:pPr>
          <a:r>
            <a:rPr lang="en-US" sz="2400" kern="1200" dirty="0"/>
            <a:t>Evaluation metrics:</a:t>
          </a:r>
        </a:p>
        <a:p>
          <a:pPr marL="228600" lvl="1" indent="-228600" algn="l" defTabSz="1066800" rtl="0">
            <a:lnSpc>
              <a:spcPct val="90000"/>
            </a:lnSpc>
            <a:spcBef>
              <a:spcPct val="0"/>
            </a:spcBef>
            <a:spcAft>
              <a:spcPct val="15000"/>
            </a:spcAft>
            <a:buNone/>
          </a:pPr>
          <a:r>
            <a:rPr lang="en-US" sz="2400" b="1" kern="1200" dirty="0"/>
            <a:t>MAE </a:t>
          </a:r>
          <a:r>
            <a:rPr lang="en-US" sz="2400" kern="1200" dirty="0"/>
            <a:t>(Mean Absolute Error)</a:t>
          </a:r>
        </a:p>
        <a:p>
          <a:pPr marL="228600" lvl="1" indent="-228600" algn="l" defTabSz="1066800" rtl="0">
            <a:lnSpc>
              <a:spcPct val="90000"/>
            </a:lnSpc>
            <a:spcBef>
              <a:spcPct val="0"/>
            </a:spcBef>
            <a:spcAft>
              <a:spcPct val="15000"/>
            </a:spcAft>
            <a:buNone/>
          </a:pPr>
          <a:r>
            <a:rPr lang="en-US" sz="2400" b="1" kern="1200" dirty="0"/>
            <a:t>RMSE</a:t>
          </a:r>
          <a:r>
            <a:rPr lang="en-US" sz="2400" kern="1200" dirty="0"/>
            <a:t> (Root Mean Squared Error)</a:t>
          </a:r>
        </a:p>
        <a:p>
          <a:pPr marL="228600" lvl="1" indent="-228600" algn="l" defTabSz="1066800" rtl="0">
            <a:lnSpc>
              <a:spcPct val="90000"/>
            </a:lnSpc>
            <a:spcBef>
              <a:spcPct val="0"/>
            </a:spcBef>
            <a:spcAft>
              <a:spcPct val="15000"/>
            </a:spcAft>
            <a:buNone/>
          </a:pPr>
          <a:r>
            <a:rPr lang="en-US" sz="2400" b="1" kern="1200" dirty="0"/>
            <a:t>R²: (</a:t>
          </a:r>
          <a:r>
            <a:rPr lang="en-US" sz="2400" kern="1200" dirty="0"/>
            <a:t>Coefficient of Determination) </a:t>
          </a:r>
        </a:p>
      </dsp:txBody>
      <dsp:txXfrm>
        <a:off x="6744072" y="0"/>
        <a:ext cx="4067521" cy="5265738"/>
      </dsp:txXfrm>
    </dsp:sp>
    <dsp:sp modelId="{9D1BE952-B66B-42E0-8081-73942A87584C}">
      <dsp:nvSpPr>
        <dsp:cNvPr id="0" name=""/>
        <dsp:cNvSpPr/>
      </dsp:nvSpPr>
      <dsp:spPr>
        <a:xfrm>
          <a:off x="11302971" y="0"/>
          <a:ext cx="5459759" cy="5265738"/>
        </a:xfrm>
        <a:prstGeom prst="roundRect">
          <a:avLst>
            <a:gd name="adj" fmla="val 5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pPr>
          <a:r>
            <a:rPr lang="en-US" sz="3600" kern="1200" dirty="0">
              <a:latin typeface="ADLaM Display" panose="02010000000000000000" pitchFamily="2" charset="0"/>
              <a:ea typeface="ADLaM Display" panose="02010000000000000000" pitchFamily="2" charset="0"/>
              <a:cs typeface="ADLaM Display" panose="02010000000000000000" pitchFamily="2" charset="0"/>
            </a:rPr>
            <a:t>Data frame</a:t>
          </a:r>
        </a:p>
      </dsp:txBody>
      <dsp:txXfrm rot="16200000">
        <a:off x="9689994" y="1612976"/>
        <a:ext cx="4317905" cy="1091951"/>
      </dsp:txXfrm>
    </dsp:sp>
    <dsp:sp modelId="{B49A8EC2-8AA5-46F9-9F65-61A4A4FEFBAC}">
      <dsp:nvSpPr>
        <dsp:cNvPr id="0" name=""/>
        <dsp:cNvSpPr/>
      </dsp:nvSpPr>
      <dsp:spPr>
        <a:xfrm rot="5400000">
          <a:off x="10943503" y="4102800"/>
          <a:ext cx="773534" cy="818963"/>
        </a:xfrm>
        <a:prstGeom prst="flowChartExtra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DB3688-AC2A-40D7-9E31-FD95D6122B61}">
      <dsp:nvSpPr>
        <dsp:cNvPr id="0" name=""/>
        <dsp:cNvSpPr/>
      </dsp:nvSpPr>
      <dsp:spPr>
        <a:xfrm>
          <a:off x="12394923" y="0"/>
          <a:ext cx="4067521" cy="5265738"/>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None/>
          </a:pPr>
          <a:r>
            <a:rPr lang="en-US" sz="2400" kern="1200" dirty="0"/>
            <a:t>First will use baseline data frame without flight, this is important also for linear regression.</a:t>
          </a:r>
        </a:p>
        <a:p>
          <a:pPr marL="0" lvl="0" indent="0" algn="l" defTabSz="1066800">
            <a:lnSpc>
              <a:spcPct val="90000"/>
            </a:lnSpc>
            <a:spcBef>
              <a:spcPct val="0"/>
            </a:spcBef>
            <a:spcAft>
              <a:spcPct val="35000"/>
            </a:spcAft>
            <a:buNone/>
          </a:pPr>
          <a:r>
            <a:rPr lang="en-US" sz="2400" kern="1200" dirty="0"/>
            <a:t>Then use it with route and route frequency keeping source and destination cities. </a:t>
          </a:r>
        </a:p>
        <a:p>
          <a:pPr marL="0" lvl="0" indent="0" algn="l" defTabSz="1066800">
            <a:lnSpc>
              <a:spcPct val="90000"/>
            </a:lnSpc>
            <a:spcBef>
              <a:spcPct val="0"/>
            </a:spcBef>
            <a:spcAft>
              <a:spcPct val="35000"/>
            </a:spcAft>
            <a:buNone/>
          </a:pPr>
          <a:r>
            <a:rPr lang="en-US" sz="2400" kern="1200" dirty="0"/>
            <a:t>Then keep route and remove source and destination cities.</a:t>
          </a:r>
        </a:p>
        <a:p>
          <a:pPr marL="0" lvl="0" indent="0" algn="l" defTabSz="977900">
            <a:lnSpc>
              <a:spcPct val="90000"/>
            </a:lnSpc>
            <a:spcBef>
              <a:spcPct val="0"/>
            </a:spcBef>
            <a:spcAft>
              <a:spcPct val="35000"/>
            </a:spcAft>
            <a:buNone/>
          </a:pPr>
          <a:endParaRPr lang="en-US" sz="2200" kern="1200" dirty="0"/>
        </a:p>
      </dsp:txBody>
      <dsp:txXfrm>
        <a:off x="12394923" y="0"/>
        <a:ext cx="4067521" cy="526573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15F8C-4E72-49A4-9FA7-9A9B04AD936D}"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3A43A0-16B6-4848-A0F0-B299E4D6194F}" type="slidenum">
              <a:rPr lang="en-US" smtClean="0"/>
              <a:t>‹#›</a:t>
            </a:fld>
            <a:endParaRPr lang="en-US"/>
          </a:p>
        </p:txBody>
      </p:sp>
    </p:spTree>
    <p:extLst>
      <p:ext uri="{BB962C8B-B14F-4D97-AF65-F5344CB8AC3E}">
        <p14:creationId xmlns:p14="http://schemas.microsoft.com/office/powerpoint/2010/main" val="381598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3A43A0-16B6-4848-A0F0-B299E4D6194F}" type="slidenum">
              <a:rPr lang="en-US" smtClean="0"/>
              <a:t>1</a:t>
            </a:fld>
            <a:endParaRPr lang="en-US"/>
          </a:p>
        </p:txBody>
      </p:sp>
    </p:spTree>
    <p:extLst>
      <p:ext uri="{BB962C8B-B14F-4D97-AF65-F5344CB8AC3E}">
        <p14:creationId xmlns:p14="http://schemas.microsoft.com/office/powerpoint/2010/main" val="2545613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3A43A0-16B6-4848-A0F0-B299E4D6194F}" type="slidenum">
              <a:rPr lang="en-US" smtClean="0"/>
              <a:t>6</a:t>
            </a:fld>
            <a:endParaRPr lang="en-US"/>
          </a:p>
        </p:txBody>
      </p:sp>
    </p:spTree>
    <p:extLst>
      <p:ext uri="{BB962C8B-B14F-4D97-AF65-F5344CB8AC3E}">
        <p14:creationId xmlns:p14="http://schemas.microsoft.com/office/powerpoint/2010/main" val="3330525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3A43A0-16B6-4848-A0F0-B299E4D6194F}" type="slidenum">
              <a:rPr lang="en-US" smtClean="0"/>
              <a:t>7</a:t>
            </a:fld>
            <a:endParaRPr lang="en-US"/>
          </a:p>
        </p:txBody>
      </p:sp>
    </p:spTree>
    <p:extLst>
      <p:ext uri="{BB962C8B-B14F-4D97-AF65-F5344CB8AC3E}">
        <p14:creationId xmlns:p14="http://schemas.microsoft.com/office/powerpoint/2010/main" val="421486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3A43A0-16B6-4848-A0F0-B299E4D6194F}" type="slidenum">
              <a:rPr lang="en-US" smtClean="0"/>
              <a:t>10</a:t>
            </a:fld>
            <a:endParaRPr lang="en-US"/>
          </a:p>
        </p:txBody>
      </p:sp>
    </p:spTree>
    <p:extLst>
      <p:ext uri="{BB962C8B-B14F-4D97-AF65-F5344CB8AC3E}">
        <p14:creationId xmlns:p14="http://schemas.microsoft.com/office/powerpoint/2010/main" val="885539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5994-EA4D-9CDF-900B-31914EE01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0B5E4-D8B4-A46C-9415-CD2CD10E4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EC335-2118-CAE5-EB0E-C0424434E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591C34-2724-A0FC-0282-35D192AF789D}"/>
              </a:ext>
            </a:extLst>
          </p:cNvPr>
          <p:cNvSpPr>
            <a:spLocks noGrp="1"/>
          </p:cNvSpPr>
          <p:nvPr>
            <p:ph type="sldNum" sz="quarter" idx="5"/>
          </p:nvPr>
        </p:nvSpPr>
        <p:spPr/>
        <p:txBody>
          <a:bodyPr/>
          <a:lstStyle/>
          <a:p>
            <a:fld id="{103A43A0-16B6-4848-A0F0-B299E4D6194F}" type="slidenum">
              <a:rPr lang="en-US" smtClean="0"/>
              <a:t>11</a:t>
            </a:fld>
            <a:endParaRPr lang="en-US"/>
          </a:p>
        </p:txBody>
      </p:sp>
    </p:spTree>
    <p:extLst>
      <p:ext uri="{BB962C8B-B14F-4D97-AF65-F5344CB8AC3E}">
        <p14:creationId xmlns:p14="http://schemas.microsoft.com/office/powerpoint/2010/main" val="119113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5CCFE-C2A7-74DE-23BD-1187A77B7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FE7B6-7D2A-2CF7-3289-5E9DF98B1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C948D-861B-E8BB-2BAC-24DC2D1B6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689AB4-722D-F0BE-A8D7-E7B0FD88F8CD}"/>
              </a:ext>
            </a:extLst>
          </p:cNvPr>
          <p:cNvSpPr>
            <a:spLocks noGrp="1"/>
          </p:cNvSpPr>
          <p:nvPr>
            <p:ph type="sldNum" sz="quarter" idx="5"/>
          </p:nvPr>
        </p:nvSpPr>
        <p:spPr/>
        <p:txBody>
          <a:bodyPr/>
          <a:lstStyle/>
          <a:p>
            <a:fld id="{103A43A0-16B6-4848-A0F0-B299E4D6194F}" type="slidenum">
              <a:rPr lang="en-US" smtClean="0"/>
              <a:t>12</a:t>
            </a:fld>
            <a:endParaRPr lang="en-US"/>
          </a:p>
        </p:txBody>
      </p:sp>
    </p:spTree>
    <p:extLst>
      <p:ext uri="{BB962C8B-B14F-4D97-AF65-F5344CB8AC3E}">
        <p14:creationId xmlns:p14="http://schemas.microsoft.com/office/powerpoint/2010/main" val="4267354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48AD8-936A-9DE3-C435-689CE22BC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7923D-35A6-A1CA-4FE9-AA4FD510D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E6AC4-A22F-8BDF-A7F5-3585060050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70C650-6DB4-AC49-34D4-11FFC5F9CC95}"/>
              </a:ext>
            </a:extLst>
          </p:cNvPr>
          <p:cNvSpPr>
            <a:spLocks noGrp="1"/>
          </p:cNvSpPr>
          <p:nvPr>
            <p:ph type="sldNum" sz="quarter" idx="5"/>
          </p:nvPr>
        </p:nvSpPr>
        <p:spPr/>
        <p:txBody>
          <a:bodyPr/>
          <a:lstStyle/>
          <a:p>
            <a:fld id="{103A43A0-16B6-4848-A0F0-B299E4D6194F}" type="slidenum">
              <a:rPr lang="en-US" smtClean="0"/>
              <a:t>13</a:t>
            </a:fld>
            <a:endParaRPr lang="en-US"/>
          </a:p>
        </p:txBody>
      </p:sp>
    </p:spTree>
    <p:extLst>
      <p:ext uri="{BB962C8B-B14F-4D97-AF65-F5344CB8AC3E}">
        <p14:creationId xmlns:p14="http://schemas.microsoft.com/office/powerpoint/2010/main" val="2878663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2861-0EDA-947B-6A73-031D5D414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DEDF6-8A87-8E22-DF68-95C26DE25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34883-136B-80CD-E12C-5B90CBC21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15B41-21D1-8A5A-DBAD-A449931E128D}"/>
              </a:ext>
            </a:extLst>
          </p:cNvPr>
          <p:cNvSpPr>
            <a:spLocks noGrp="1"/>
          </p:cNvSpPr>
          <p:nvPr>
            <p:ph type="sldNum" sz="quarter" idx="5"/>
          </p:nvPr>
        </p:nvSpPr>
        <p:spPr/>
        <p:txBody>
          <a:bodyPr/>
          <a:lstStyle/>
          <a:p>
            <a:fld id="{103A43A0-16B6-4848-A0F0-B299E4D6194F}" type="slidenum">
              <a:rPr lang="en-US" smtClean="0"/>
              <a:t>14</a:t>
            </a:fld>
            <a:endParaRPr lang="en-US"/>
          </a:p>
        </p:txBody>
      </p:sp>
    </p:spTree>
    <p:extLst>
      <p:ext uri="{BB962C8B-B14F-4D97-AF65-F5344CB8AC3E}">
        <p14:creationId xmlns:p14="http://schemas.microsoft.com/office/powerpoint/2010/main" val="314127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26669" y="1203448"/>
            <a:ext cx="12955610" cy="3812147"/>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3626670" y="5296807"/>
            <a:ext cx="12955608" cy="1466432"/>
          </a:xfrm>
        </p:spPr>
        <p:txBody>
          <a:bodyPr tIns="91440" bIns="91440">
            <a:normAutofit/>
          </a:bodyPr>
          <a:lstStyle>
            <a:lvl1pPr marL="0" indent="0" algn="l">
              <a:buNone/>
              <a:defRPr sz="2700" b="0" cap="all" baseline="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a:xfrm>
            <a:off x="3624751" y="493961"/>
            <a:ext cx="7460873" cy="463802"/>
          </a:xfrm>
        </p:spPr>
        <p:txBody>
          <a:bodyPr/>
          <a:lstStyle/>
          <a:p>
            <a:endParaRPr lang="en-US"/>
          </a:p>
        </p:txBody>
      </p:sp>
      <p:sp>
        <p:nvSpPr>
          <p:cNvPr id="6" name="Slide Number Placeholder 5"/>
          <p:cNvSpPr>
            <a:spLocks noGrp="1"/>
          </p:cNvSpPr>
          <p:nvPr>
            <p:ph type="sldNum" sz="quarter" idx="12"/>
          </p:nvPr>
        </p:nvSpPr>
        <p:spPr>
          <a:xfrm>
            <a:off x="2156497" y="1198460"/>
            <a:ext cx="1216529" cy="755367"/>
          </a:xfrm>
        </p:spPr>
        <p:txBody>
          <a:bodyPr/>
          <a:lstStyle/>
          <a:p>
            <a:fld id="{B6F15528-21DE-4FAA-801E-634DDDAF4B2B}" type="slidenum">
              <a:rPr lang="en-US" smtClean="0"/>
              <a:pPr/>
              <a:t>‹#›</a:t>
            </a:fld>
            <a:endParaRPr lang="en-US"/>
          </a:p>
        </p:txBody>
      </p:sp>
      <p:cxnSp>
        <p:nvCxnSpPr>
          <p:cNvPr id="15" name="Straight Connector 14"/>
          <p:cNvCxnSpPr/>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031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1808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1359" y="2634195"/>
            <a:ext cx="12964731" cy="2831925"/>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2181359" y="5709293"/>
            <a:ext cx="12945669"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181359" y="5707478"/>
            <a:ext cx="1294566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3790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73826" y="1207334"/>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170997" y="3016318"/>
            <a:ext cx="6967728" cy="5172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0657" y="3026015"/>
            <a:ext cx="6967728" cy="5162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5" name="Straight Connector 3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802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0787" y="120624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70787" y="3029324"/>
            <a:ext cx="6967728" cy="1202915"/>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170787" y="4236404"/>
            <a:ext cx="6967728" cy="396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18543" y="3034505"/>
            <a:ext cx="6967728" cy="1203356"/>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618543" y="4232237"/>
            <a:ext cx="6967728" cy="3956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29" name="Straight Connector 28"/>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890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25" name="Straight Connector 2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082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5525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7007" y="1198460"/>
            <a:ext cx="4909649" cy="3370676"/>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565571" y="1198461"/>
            <a:ext cx="9018705" cy="69882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67007" y="4808237"/>
            <a:ext cx="4912520" cy="3372272"/>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7" name="Straight Connector 16"/>
          <p:cNvCxnSpPr/>
          <p:nvPr/>
        </p:nvCxnSpPr>
        <p:spPr>
          <a:xfrm>
            <a:off x="2172420" y="4808237"/>
            <a:ext cx="49042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9229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6"/>
            <a:ext cx="6111800" cy="7723652"/>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176809" y="1694270"/>
            <a:ext cx="8298492" cy="2745876"/>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2175494" y="4718988"/>
            <a:ext cx="8286606" cy="3005613"/>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2171074" y="8204785"/>
            <a:ext cx="8291027" cy="480185"/>
          </a:xfrm>
        </p:spPr>
        <p:txBody>
          <a:bodyPr/>
          <a:lstStyle>
            <a:lvl1pPr algn="l">
              <a:defRPr/>
            </a:lvl1p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a:xfrm>
            <a:off x="2171073" y="477961"/>
            <a:ext cx="8311506" cy="481397"/>
          </a:xfr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2171074" y="4715408"/>
            <a:ext cx="829102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8214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26" name="Straight Connector 25"/>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4584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58667"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67008"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4158667" y="1198460"/>
            <a:ext cx="0" cy="6989834"/>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12815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029215"/>
            <a:ext cx="18288000" cy="615891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sp>
        <p:nvSpPr>
          <p:cNvPr id="2" name="Title Placeholder 1"/>
          <p:cNvSpPr>
            <a:spLocks noGrp="1"/>
          </p:cNvSpPr>
          <p:nvPr>
            <p:ph type="title"/>
          </p:nvPr>
        </p:nvSpPr>
        <p:spPr>
          <a:xfrm>
            <a:off x="2177369" y="1206779"/>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77369" y="3023599"/>
            <a:ext cx="14404913" cy="5175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31208" y="495555"/>
            <a:ext cx="5251073"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2177369"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0091" y="1198460"/>
            <a:ext cx="1216529" cy="755367"/>
          </a:xfrm>
          <a:prstGeom prst="rect">
            <a:avLst/>
          </a:prstGeom>
        </p:spPr>
        <p:txBody>
          <a:bodyPr vert="horz" lIns="91440" tIns="45720" rIns="91440" bIns="45720" rtlCol="0" anchor="t"/>
          <a:lstStyle>
            <a:lvl1pPr algn="r">
              <a:defRPr sz="4200">
                <a:solidFill>
                  <a:schemeClr val="accent1"/>
                </a:solidFill>
              </a:defRPr>
            </a:lvl1pPr>
          </a:lstStyle>
          <a:p>
            <a:fld id="{B6F15528-21DE-4FAA-801E-634DDDAF4B2B}" type="slidenum">
              <a:rPr lang="en-US" smtClean="0"/>
              <a:pPr/>
              <a:t>‹#›</a:t>
            </a:fld>
            <a:endParaRPr lang="en-US"/>
          </a:p>
        </p:txBody>
      </p:sp>
      <p:cxnSp>
        <p:nvCxnSpPr>
          <p:cNvPr id="10" name="Straight Connector 9"/>
          <p:cNvCxnSpPr/>
          <p:nvPr/>
        </p:nvCxnSpPr>
        <p:spPr>
          <a:xfrm>
            <a:off x="0" y="9192620"/>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38831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1371600" rtl="0" eaLnBrk="1" latinLnBrk="0" hangingPunct="1">
        <a:lnSpc>
          <a:spcPct val="90000"/>
        </a:lnSpc>
        <a:spcBef>
          <a:spcPct val="0"/>
        </a:spcBef>
        <a:buNone/>
        <a:defRPr sz="4800" b="0" i="0" kern="1200" cap="all">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diagramData" Target="../diagrams/data7.xml"/><Relationship Id="rId18" Type="http://schemas.openxmlformats.org/officeDocument/2006/relationships/diagramData" Target="../diagrams/data8.xml"/><Relationship Id="rId3" Type="http://schemas.openxmlformats.org/officeDocument/2006/relationships/diagramData" Target="../diagrams/data5.xml"/><Relationship Id="rId21" Type="http://schemas.openxmlformats.org/officeDocument/2006/relationships/diagramColors" Target="../diagrams/colors8.xml"/><Relationship Id="rId7" Type="http://schemas.microsoft.com/office/2007/relationships/diagramDrawing" Target="../diagrams/drawing5.xml"/><Relationship Id="rId12" Type="http://schemas.microsoft.com/office/2007/relationships/diagramDrawing" Target="../diagrams/drawing6.xml"/><Relationship Id="rId17" Type="http://schemas.microsoft.com/office/2007/relationships/diagramDrawing" Target="../diagrams/drawing7.xml"/><Relationship Id="rId2" Type="http://schemas.openxmlformats.org/officeDocument/2006/relationships/notesSlide" Target="../notesSlides/notesSlide2.xml"/><Relationship Id="rId16" Type="http://schemas.openxmlformats.org/officeDocument/2006/relationships/diagramColors" Target="../diagrams/colors7.xml"/><Relationship Id="rId20" Type="http://schemas.openxmlformats.org/officeDocument/2006/relationships/diagramQuickStyle" Target="../diagrams/quickStyle8.xml"/><Relationship Id="rId1" Type="http://schemas.openxmlformats.org/officeDocument/2006/relationships/slideLayout" Target="../slideLayouts/slideLayout5.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5" Type="http://schemas.openxmlformats.org/officeDocument/2006/relationships/diagramQuickStyle" Target="../diagrams/quickStyle7.xml"/><Relationship Id="rId10" Type="http://schemas.openxmlformats.org/officeDocument/2006/relationships/diagramQuickStyle" Target="../diagrams/quickStyle6.xml"/><Relationship Id="rId19" Type="http://schemas.openxmlformats.org/officeDocument/2006/relationships/diagramLayout" Target="../diagrams/layout8.xml"/><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diagramLayout" Target="../diagrams/layout7.xml"/><Relationship Id="rId22" Type="http://schemas.microsoft.com/office/2007/relationships/diagramDrawing" Target="../diagrams/drawing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3733800" y="1333500"/>
            <a:ext cx="10611907" cy="1545295"/>
          </a:xfrm>
          <a:prstGeom prst="rect">
            <a:avLst/>
          </a:prstGeom>
        </p:spPr>
        <p:txBody>
          <a:bodyPr wrap="square" lIns="0" tIns="0" rIns="0" bIns="0" rtlCol="0" anchor="t">
            <a:spAutoFit/>
          </a:bodyPr>
          <a:lstStyle/>
          <a:p>
            <a:pPr algn="ctr" rtl="1">
              <a:lnSpc>
                <a:spcPts val="12880"/>
              </a:lnSpc>
            </a:pPr>
            <a:r>
              <a:rPr lang="en-US" sz="9200" b="1">
                <a:solidFill>
                  <a:srgbClr val="B71E42"/>
                </a:solidFill>
                <a:latin typeface="ADLaM Display" panose="02010000000000000000" pitchFamily="2" charset="0"/>
                <a:ea typeface="ADLaM Display" panose="02010000000000000000" pitchFamily="2" charset="0"/>
                <a:cs typeface="ADLaM Display" panose="02010000000000000000" pitchFamily="2" charset="0"/>
                <a:sym typeface="Open Sans 1 Bold"/>
              </a:rPr>
              <a:t>Lightning Talk #2</a:t>
            </a:r>
            <a:endParaRPr lang="en-US" sz="92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sym typeface="Open Sans 1 Bold"/>
            </a:endParaRPr>
          </a:p>
        </p:txBody>
      </p:sp>
      <p:sp>
        <p:nvSpPr>
          <p:cNvPr id="9" name="TextBox 8">
            <a:extLst>
              <a:ext uri="{FF2B5EF4-FFF2-40B4-BE49-F238E27FC236}">
                <a16:creationId xmlns:a16="http://schemas.microsoft.com/office/drawing/2014/main" id="{FC40A1A4-93EA-5F07-000F-C5A0A0CA0BF3}"/>
              </a:ext>
            </a:extLst>
          </p:cNvPr>
          <p:cNvSpPr txBox="1"/>
          <p:nvPr/>
        </p:nvSpPr>
        <p:spPr>
          <a:xfrm>
            <a:off x="3429000" y="5908949"/>
            <a:ext cx="10611907" cy="1499257"/>
          </a:xfrm>
          <a:prstGeom prst="rect">
            <a:avLst/>
          </a:prstGeom>
        </p:spPr>
        <p:txBody>
          <a:bodyPr wrap="square" lIns="0" tIns="0" rIns="0" bIns="0" rtlCol="0" anchor="t">
            <a:spAutoFit/>
          </a:bodyPr>
          <a:lstStyle/>
          <a:p>
            <a:pPr algn="ctr" rtl="1">
              <a:lnSpc>
                <a:spcPts val="12880"/>
              </a:lnSpc>
            </a:pPr>
            <a:r>
              <a:rPr lang="en-US" sz="6500" dirty="0">
                <a:solidFill>
                  <a:srgbClr val="B71E42"/>
                </a:solidFill>
                <a:latin typeface="Poppins" panose="00000500000000000000" pitchFamily="2" charset="0"/>
                <a:ea typeface="ADLaM Display" panose="02010000000000000000" pitchFamily="2" charset="0"/>
                <a:cs typeface="Poppins" panose="00000500000000000000" pitchFamily="2" charset="0"/>
                <a:sym typeface="Open Sans 1 Bold"/>
              </a:rPr>
              <a:t>Flight price prediction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1028700" y="4230370"/>
            <a:ext cx="26775" cy="767021"/>
          </a:xfrm>
          <a:prstGeom prst="rect">
            <a:avLst/>
          </a:prstGeom>
        </p:spPr>
        <p:txBody>
          <a:bodyPr lIns="0" tIns="0" rIns="0" bIns="0" rtlCol="0" anchor="t">
            <a:spAutoFit/>
          </a:bodyPr>
          <a:lstStyle/>
          <a:p>
            <a:pPr algn="l">
              <a:lnSpc>
                <a:spcPts val="6296"/>
              </a:lnSpc>
            </a:pPr>
            <a:endParaRPr/>
          </a:p>
        </p:txBody>
      </p:sp>
      <p:sp>
        <p:nvSpPr>
          <p:cNvPr id="14" name="TextBox 13">
            <a:extLst>
              <a:ext uri="{FF2B5EF4-FFF2-40B4-BE49-F238E27FC236}">
                <a16:creationId xmlns:a16="http://schemas.microsoft.com/office/drawing/2014/main" id="{0BD7B1E1-9181-DF1F-4E68-3646C0BFCC91}"/>
              </a:ext>
            </a:extLst>
          </p:cNvPr>
          <p:cNvSpPr txBox="1"/>
          <p:nvPr/>
        </p:nvSpPr>
        <p:spPr>
          <a:xfrm>
            <a:off x="5029200" y="1257300"/>
            <a:ext cx="7827784" cy="2123658"/>
          </a:xfrm>
          <a:prstGeom prst="rect">
            <a:avLst/>
          </a:prstGeom>
          <a:noFill/>
        </p:spPr>
        <p:txBody>
          <a:bodyPr wrap="none" rtlCol="0">
            <a:spAutoFit/>
          </a:bodyPr>
          <a:lstStyle/>
          <a:p>
            <a:r>
              <a:rPr lang="en-US" sz="66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sym typeface="Poppins Medium"/>
              </a:rPr>
              <a:t>problem statement</a:t>
            </a:r>
          </a:p>
          <a:p>
            <a:endParaRPr lang="en-US" sz="6600" dirty="0">
              <a:solidFill>
                <a:srgbClr val="B71E42"/>
              </a:solidFill>
            </a:endParaRPr>
          </a:p>
        </p:txBody>
      </p:sp>
      <p:graphicFrame>
        <p:nvGraphicFramePr>
          <p:cNvPr id="16" name="TextBox 7">
            <a:extLst>
              <a:ext uri="{FF2B5EF4-FFF2-40B4-BE49-F238E27FC236}">
                <a16:creationId xmlns:a16="http://schemas.microsoft.com/office/drawing/2014/main" id="{FC3CC57C-DFE1-5797-F6E7-86D8C5A87235}"/>
              </a:ext>
            </a:extLst>
          </p:cNvPr>
          <p:cNvGraphicFramePr/>
          <p:nvPr>
            <p:extLst>
              <p:ext uri="{D42A27DB-BD31-4B8C-83A1-F6EECF244321}">
                <p14:modId xmlns:p14="http://schemas.microsoft.com/office/powerpoint/2010/main" val="2817534768"/>
              </p:ext>
            </p:extLst>
          </p:nvPr>
        </p:nvGraphicFramePr>
        <p:xfrm>
          <a:off x="685800" y="2247899"/>
          <a:ext cx="16661025" cy="7010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7424F32-2789-4FF9-8E8A-1252284BF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8" name="Picture 27">
            <a:extLst>
              <a:ext uri="{FF2B5EF4-FFF2-40B4-BE49-F238E27FC236}">
                <a16:creationId xmlns:a16="http://schemas.microsoft.com/office/drawing/2014/main" id="{D708C46E-BB60-4B97-8327-D3A475C008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30" name="Straight Connector 29">
            <a:extLst>
              <a:ext uri="{FF2B5EF4-FFF2-40B4-BE49-F238E27FC236}">
                <a16:creationId xmlns:a16="http://schemas.microsoft.com/office/drawing/2014/main" id="{8042755C-F24C-4D08-8E4C-E646382C36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3E94A00-1A92-47F4-9E2D-E51DFF9016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4" name="Rectangle 33">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cxnSp>
        <p:nvCxnSpPr>
          <p:cNvPr id="38" name="Straight Connector 37">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7368" y="3219813"/>
            <a:ext cx="49081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0"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77370" y="4683744"/>
            <a:ext cx="5295235" cy="15738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42" name="Picture 41">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44" name="Straight Connector 43">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3" name="Diagram 2">
            <a:extLst>
              <a:ext uri="{FF2B5EF4-FFF2-40B4-BE49-F238E27FC236}">
                <a16:creationId xmlns:a16="http://schemas.microsoft.com/office/drawing/2014/main" id="{5EACBD0B-9B07-AAC2-00B6-F3CBC59C1C3E}"/>
              </a:ext>
            </a:extLst>
          </p:cNvPr>
          <p:cNvGraphicFramePr/>
          <p:nvPr>
            <p:extLst>
              <p:ext uri="{D42A27DB-BD31-4B8C-83A1-F6EECF244321}">
                <p14:modId xmlns:p14="http://schemas.microsoft.com/office/powerpoint/2010/main" val="174830122"/>
              </p:ext>
            </p:extLst>
          </p:nvPr>
        </p:nvGraphicFramePr>
        <p:xfrm>
          <a:off x="7162800" y="952501"/>
          <a:ext cx="10270331" cy="7696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9D9B0E2-5415-9519-E8F7-8D2B41243EBB}"/>
              </a:ext>
            </a:extLst>
          </p:cNvPr>
          <p:cNvSpPr txBox="1"/>
          <p:nvPr/>
        </p:nvSpPr>
        <p:spPr>
          <a:xfrm>
            <a:off x="588435" y="1311722"/>
            <a:ext cx="5985934" cy="1200329"/>
          </a:xfrm>
          <a:prstGeom prst="rect">
            <a:avLst/>
          </a:prstGeom>
          <a:noFill/>
        </p:spPr>
        <p:txBody>
          <a:bodyPr wrap="none" rtlCol="0">
            <a:spAutoFit/>
          </a:bodyPr>
          <a:lstStyle/>
          <a:p>
            <a:r>
              <a:rPr lang="en-US" sz="72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Project Goals</a:t>
            </a:r>
          </a:p>
        </p:txBody>
      </p:sp>
    </p:spTree>
    <p:extLst>
      <p:ext uri="{BB962C8B-B14F-4D97-AF65-F5344CB8AC3E}">
        <p14:creationId xmlns:p14="http://schemas.microsoft.com/office/powerpoint/2010/main" val="3653828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039" y="1562100"/>
            <a:ext cx="14000761" cy="8735326"/>
          </a:xfrm>
          <a:custGeom>
            <a:avLst/>
            <a:gdLst/>
            <a:ahLst/>
            <a:cxnLst/>
            <a:rect l="l" t="t" r="r" b="b"/>
            <a:pathLst>
              <a:path w="13311181" h="8768740">
                <a:moveTo>
                  <a:pt x="0" y="0"/>
                </a:moveTo>
                <a:lnTo>
                  <a:pt x="13311181" y="0"/>
                </a:lnTo>
                <a:lnTo>
                  <a:pt x="13311181" y="8768740"/>
                </a:lnTo>
                <a:lnTo>
                  <a:pt x="0" y="8768740"/>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8610600" y="2624987"/>
            <a:ext cx="5029200" cy="613513"/>
          </a:xfrm>
          <a:prstGeom prst="rect">
            <a:avLst/>
          </a:prstGeom>
        </p:spPr>
        <p:txBody>
          <a:bodyPr wrap="square" lIns="0" tIns="0" rIns="0" bIns="0" rtlCol="0" anchor="t">
            <a:spAutoFit/>
          </a:bodyPr>
          <a:lstStyle/>
          <a:p>
            <a:pPr algn="ctr">
              <a:lnSpc>
                <a:spcPts val="5034"/>
              </a:lnSpc>
              <a:spcBef>
                <a:spcPct val="0"/>
              </a:spcBef>
            </a:pPr>
            <a:r>
              <a:rPr lang="en-US" sz="3595" b="1" dirty="0">
                <a:solidFill>
                  <a:srgbClr val="B71E42"/>
                </a:solidFill>
                <a:latin typeface="+mj-lt"/>
                <a:ea typeface="ADLaM Display" panose="02010000000000000000" pitchFamily="2" charset="0"/>
                <a:cs typeface="ADLaM Display" panose="02010000000000000000" pitchFamily="2" charset="0"/>
                <a:sym typeface="Open Sans 2 Bold"/>
              </a:rPr>
              <a:t> regular prices &lt;$100K</a:t>
            </a:r>
          </a:p>
        </p:txBody>
      </p:sp>
      <p:sp>
        <p:nvSpPr>
          <p:cNvPr id="6" name="Arrow: Right 5">
            <a:extLst>
              <a:ext uri="{FF2B5EF4-FFF2-40B4-BE49-F238E27FC236}">
                <a16:creationId xmlns:a16="http://schemas.microsoft.com/office/drawing/2014/main" id="{4EC83278-9679-829B-67A6-99BDC3EA00CC}"/>
              </a:ext>
            </a:extLst>
          </p:cNvPr>
          <p:cNvSpPr/>
          <p:nvPr/>
        </p:nvSpPr>
        <p:spPr>
          <a:xfrm>
            <a:off x="6416031" y="419100"/>
            <a:ext cx="2997674" cy="530996"/>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71E42"/>
              </a:solidFill>
            </a:endParaRPr>
          </a:p>
        </p:txBody>
      </p:sp>
      <p:graphicFrame>
        <p:nvGraphicFramePr>
          <p:cNvPr id="8" name="Diagram 7">
            <a:extLst>
              <a:ext uri="{FF2B5EF4-FFF2-40B4-BE49-F238E27FC236}">
                <a16:creationId xmlns:a16="http://schemas.microsoft.com/office/drawing/2014/main" id="{A5E6018C-EAA0-0290-D793-1A49A13F4F74}"/>
              </a:ext>
            </a:extLst>
          </p:cNvPr>
          <p:cNvGraphicFramePr/>
          <p:nvPr>
            <p:extLst>
              <p:ext uri="{D42A27DB-BD31-4B8C-83A1-F6EECF244321}">
                <p14:modId xmlns:p14="http://schemas.microsoft.com/office/powerpoint/2010/main" val="1422383823"/>
              </p:ext>
            </p:extLst>
          </p:nvPr>
        </p:nvGraphicFramePr>
        <p:xfrm>
          <a:off x="14629930" y="1055914"/>
          <a:ext cx="3200400" cy="833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EC839419-6AA2-000C-A7D8-3182CB938007}"/>
              </a:ext>
            </a:extLst>
          </p:cNvPr>
          <p:cNvSpPr txBox="1"/>
          <p:nvPr/>
        </p:nvSpPr>
        <p:spPr>
          <a:xfrm>
            <a:off x="1143000" y="202784"/>
            <a:ext cx="5184483" cy="1015663"/>
          </a:xfrm>
          <a:prstGeom prst="rect">
            <a:avLst/>
          </a:prstGeom>
          <a:noFill/>
        </p:spPr>
        <p:txBody>
          <a:bodyPr wrap="square" rtlCol="0">
            <a:spAutoFit/>
          </a:bodyPr>
          <a:lstStyle/>
          <a:p>
            <a:r>
              <a:rPr lang="en-US" sz="6000"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+30K records</a:t>
            </a:r>
          </a:p>
        </p:txBody>
      </p:sp>
      <p:sp>
        <p:nvSpPr>
          <p:cNvPr id="10" name="TextBox 9">
            <a:extLst>
              <a:ext uri="{FF2B5EF4-FFF2-40B4-BE49-F238E27FC236}">
                <a16:creationId xmlns:a16="http://schemas.microsoft.com/office/drawing/2014/main" id="{390290D6-8E4D-65E5-4BF3-3B6EDB1542FB}"/>
              </a:ext>
            </a:extLst>
          </p:cNvPr>
          <p:cNvSpPr txBox="1"/>
          <p:nvPr/>
        </p:nvSpPr>
        <p:spPr>
          <a:xfrm>
            <a:off x="9753600" y="190500"/>
            <a:ext cx="4876800" cy="1015663"/>
          </a:xfrm>
          <a:prstGeom prst="rect">
            <a:avLst/>
          </a:prstGeom>
          <a:noFill/>
        </p:spPr>
        <p:txBody>
          <a:bodyPr wrap="square" rtlCol="0">
            <a:spAutoFit/>
          </a:bodyPr>
          <a:lstStyle/>
          <a:p>
            <a:r>
              <a:rPr lang="en-US" sz="6000"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Target: Price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BC733-945E-0D73-8384-6AF47D047768}"/>
              </a:ext>
            </a:extLst>
          </p:cNvPr>
          <p:cNvSpPr>
            <a:spLocks noGrp="1"/>
          </p:cNvSpPr>
          <p:nvPr>
            <p:ph type="title"/>
          </p:nvPr>
        </p:nvSpPr>
        <p:spPr/>
        <p:txBody>
          <a:bodyPr>
            <a:normAutofit/>
          </a:bodyPr>
          <a:lstStyle/>
          <a:p>
            <a:pPr algn="ctr"/>
            <a:r>
              <a:rPr lang="en-US" sz="8500"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Findings </a:t>
            </a:r>
          </a:p>
        </p:txBody>
      </p:sp>
      <p:graphicFrame>
        <p:nvGraphicFramePr>
          <p:cNvPr id="3" name="Diagram 2">
            <a:extLst>
              <a:ext uri="{FF2B5EF4-FFF2-40B4-BE49-F238E27FC236}">
                <a16:creationId xmlns:a16="http://schemas.microsoft.com/office/drawing/2014/main" id="{CC233634-316F-15B7-82DA-D930F4365853}"/>
              </a:ext>
            </a:extLst>
          </p:cNvPr>
          <p:cNvGraphicFramePr/>
          <p:nvPr>
            <p:extLst>
              <p:ext uri="{D42A27DB-BD31-4B8C-83A1-F6EECF244321}">
                <p14:modId xmlns:p14="http://schemas.microsoft.com/office/powerpoint/2010/main" val="545551249"/>
              </p:ext>
            </p:extLst>
          </p:nvPr>
        </p:nvGraphicFramePr>
        <p:xfrm>
          <a:off x="2514600" y="3009900"/>
          <a:ext cx="12877800" cy="619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8323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6714-883F-3B8A-4DF7-597F94DC78D3}"/>
              </a:ext>
            </a:extLst>
          </p:cNvPr>
          <p:cNvSpPr>
            <a:spLocks noGrp="1"/>
          </p:cNvSpPr>
          <p:nvPr>
            <p:ph type="title"/>
          </p:nvPr>
        </p:nvSpPr>
        <p:spPr>
          <a:xfrm>
            <a:off x="304800" y="171053"/>
            <a:ext cx="17678400" cy="1143000"/>
          </a:xfrm>
        </p:spPr>
        <p:txBody>
          <a:bodyPr>
            <a:noAutofit/>
          </a:bodyPr>
          <a:lstStyle/>
          <a:p>
            <a:pPr algn="ctr"/>
            <a:r>
              <a:rPr lang="en-US" sz="52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Original data frame VS  engineered data frame </a:t>
            </a:r>
          </a:p>
        </p:txBody>
      </p:sp>
      <p:graphicFrame>
        <p:nvGraphicFramePr>
          <p:cNvPr id="7" name="Content Placeholder 6">
            <a:extLst>
              <a:ext uri="{FF2B5EF4-FFF2-40B4-BE49-F238E27FC236}">
                <a16:creationId xmlns:a16="http://schemas.microsoft.com/office/drawing/2014/main" id="{37EE2372-622B-A714-6B43-90F0AF418E9D}"/>
              </a:ext>
            </a:extLst>
          </p:cNvPr>
          <p:cNvGraphicFramePr>
            <a:graphicFrameLocks noGrp="1"/>
          </p:cNvGraphicFramePr>
          <p:nvPr>
            <p:ph sz="half" idx="2"/>
            <p:extLst>
              <p:ext uri="{D42A27DB-BD31-4B8C-83A1-F6EECF244321}">
                <p14:modId xmlns:p14="http://schemas.microsoft.com/office/powerpoint/2010/main" val="1896155553"/>
              </p:ext>
            </p:extLst>
          </p:nvPr>
        </p:nvGraphicFramePr>
        <p:xfrm>
          <a:off x="-1524000" y="2687637"/>
          <a:ext cx="8305800" cy="7312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Content Placeholder 10">
            <a:extLst>
              <a:ext uri="{FF2B5EF4-FFF2-40B4-BE49-F238E27FC236}">
                <a16:creationId xmlns:a16="http://schemas.microsoft.com/office/drawing/2014/main" id="{A73E1F8D-42C5-AF5C-37EC-52F7EE4BD211}"/>
              </a:ext>
            </a:extLst>
          </p:cNvPr>
          <p:cNvGraphicFramePr>
            <a:graphicFrameLocks noGrp="1"/>
          </p:cNvGraphicFramePr>
          <p:nvPr>
            <p:ph sz="quarter" idx="4"/>
            <p:extLst>
              <p:ext uri="{D42A27DB-BD31-4B8C-83A1-F6EECF244321}">
                <p14:modId xmlns:p14="http://schemas.microsoft.com/office/powerpoint/2010/main" val="2705788234"/>
              </p:ext>
            </p:extLst>
          </p:nvPr>
        </p:nvGraphicFramePr>
        <p:xfrm>
          <a:off x="4953000" y="4368005"/>
          <a:ext cx="4041775" cy="39512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Content Placeholder 10">
            <a:extLst>
              <a:ext uri="{FF2B5EF4-FFF2-40B4-BE49-F238E27FC236}">
                <a16:creationId xmlns:a16="http://schemas.microsoft.com/office/drawing/2014/main" id="{EF165E27-BBFE-5783-98A2-171898177000}"/>
              </a:ext>
            </a:extLst>
          </p:cNvPr>
          <p:cNvGraphicFramePr>
            <a:graphicFrameLocks/>
          </p:cNvGraphicFramePr>
          <p:nvPr>
            <p:extLst>
              <p:ext uri="{D42A27DB-BD31-4B8C-83A1-F6EECF244321}">
                <p14:modId xmlns:p14="http://schemas.microsoft.com/office/powerpoint/2010/main" val="3288754320"/>
              </p:ext>
            </p:extLst>
          </p:nvPr>
        </p:nvGraphicFramePr>
        <p:xfrm>
          <a:off x="13941425" y="4000500"/>
          <a:ext cx="4041775" cy="395128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Content Placeholder 6">
            <a:extLst>
              <a:ext uri="{FF2B5EF4-FFF2-40B4-BE49-F238E27FC236}">
                <a16:creationId xmlns:a16="http://schemas.microsoft.com/office/drawing/2014/main" id="{BD4E4251-FA62-C45D-DDBF-6455B31E4F0A}"/>
              </a:ext>
            </a:extLst>
          </p:cNvPr>
          <p:cNvGraphicFramePr>
            <a:graphicFrameLocks/>
          </p:cNvGraphicFramePr>
          <p:nvPr>
            <p:extLst>
              <p:ext uri="{D42A27DB-BD31-4B8C-83A1-F6EECF244321}">
                <p14:modId xmlns:p14="http://schemas.microsoft.com/office/powerpoint/2010/main" val="4086725943"/>
              </p:ext>
            </p:extLst>
          </p:nvPr>
        </p:nvGraphicFramePr>
        <p:xfrm>
          <a:off x="7353302" y="2552700"/>
          <a:ext cx="8305800" cy="731202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7" name="TextBox 16">
            <a:extLst>
              <a:ext uri="{FF2B5EF4-FFF2-40B4-BE49-F238E27FC236}">
                <a16:creationId xmlns:a16="http://schemas.microsoft.com/office/drawing/2014/main" id="{D7488FDB-FDC4-A1E3-D338-17B1B39A3F4B}"/>
              </a:ext>
            </a:extLst>
          </p:cNvPr>
          <p:cNvSpPr txBox="1"/>
          <p:nvPr/>
        </p:nvSpPr>
        <p:spPr>
          <a:xfrm>
            <a:off x="3958773" y="1426042"/>
            <a:ext cx="2819398" cy="707886"/>
          </a:xfrm>
          <a:prstGeom prst="rect">
            <a:avLst/>
          </a:prstGeom>
          <a:noFill/>
        </p:spPr>
        <p:txBody>
          <a:bodyPr wrap="square" rtlCol="0">
            <a:spAutoFit/>
          </a:bodyPr>
          <a:lstStyle/>
          <a:p>
            <a:r>
              <a:rPr lang="en-US" sz="4000" b="1" dirty="0">
                <a:latin typeface="ADLaM Display" panose="02010000000000000000" pitchFamily="2" charset="0"/>
                <a:ea typeface="ADLaM Display" panose="02010000000000000000" pitchFamily="2" charset="0"/>
                <a:cs typeface="ADLaM Display" panose="02010000000000000000" pitchFamily="2" charset="0"/>
              </a:rPr>
              <a:t>Original</a:t>
            </a:r>
          </a:p>
        </p:txBody>
      </p:sp>
      <p:sp>
        <p:nvSpPr>
          <p:cNvPr id="18" name="TextBox 17">
            <a:extLst>
              <a:ext uri="{FF2B5EF4-FFF2-40B4-BE49-F238E27FC236}">
                <a16:creationId xmlns:a16="http://schemas.microsoft.com/office/drawing/2014/main" id="{E9470856-0A80-5065-B0BB-3C1FFAB3B007}"/>
              </a:ext>
            </a:extLst>
          </p:cNvPr>
          <p:cNvSpPr txBox="1"/>
          <p:nvPr/>
        </p:nvSpPr>
        <p:spPr>
          <a:xfrm>
            <a:off x="12417426" y="1426042"/>
            <a:ext cx="3047997" cy="707886"/>
          </a:xfrm>
          <a:prstGeom prst="rect">
            <a:avLst/>
          </a:prstGeom>
          <a:noFill/>
        </p:spPr>
        <p:txBody>
          <a:bodyPr wrap="square" rtlCol="0">
            <a:spAutoFit/>
          </a:bodyPr>
          <a:lstStyle/>
          <a:p>
            <a:r>
              <a:rPr lang="en-US" sz="4000" dirty="0">
                <a:latin typeface="ADLaM Display" panose="02010000000000000000" pitchFamily="2" charset="0"/>
                <a:ea typeface="ADLaM Display" panose="02010000000000000000" pitchFamily="2" charset="0"/>
                <a:cs typeface="ADLaM Display" panose="02010000000000000000" pitchFamily="2" charset="0"/>
              </a:rPr>
              <a:t>engineered</a:t>
            </a:r>
          </a:p>
        </p:txBody>
      </p:sp>
    </p:spTree>
    <p:extLst>
      <p:ext uri="{BB962C8B-B14F-4D97-AF65-F5344CB8AC3E}">
        <p14:creationId xmlns:p14="http://schemas.microsoft.com/office/powerpoint/2010/main" val="653674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AEEDEE-7D69-5E9F-1694-8478FF437324}"/>
              </a:ext>
            </a:extLst>
          </p:cNvPr>
          <p:cNvPicPr>
            <a:picLocks noChangeAspect="1"/>
          </p:cNvPicPr>
          <p:nvPr/>
        </p:nvPicPr>
        <p:blipFill>
          <a:blip r:embed="rId3"/>
          <a:stretch>
            <a:fillRect/>
          </a:stretch>
        </p:blipFill>
        <p:spPr>
          <a:xfrm>
            <a:off x="9144000" y="2062579"/>
            <a:ext cx="9144000" cy="8262521"/>
          </a:xfrm>
          <a:prstGeom prst="rect">
            <a:avLst/>
          </a:prstGeom>
        </p:spPr>
      </p:pic>
      <p:pic>
        <p:nvPicPr>
          <p:cNvPr id="7" name="Picture 6">
            <a:extLst>
              <a:ext uri="{FF2B5EF4-FFF2-40B4-BE49-F238E27FC236}">
                <a16:creationId xmlns:a16="http://schemas.microsoft.com/office/drawing/2014/main" id="{E8ADEBB9-CBF7-0A9F-5144-7889EFA1EC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2062578"/>
            <a:ext cx="9144000" cy="8262522"/>
          </a:xfrm>
          <a:prstGeom prst="rect">
            <a:avLst/>
          </a:prstGeom>
        </p:spPr>
      </p:pic>
      <p:sp>
        <p:nvSpPr>
          <p:cNvPr id="8" name="TextBox 7">
            <a:extLst>
              <a:ext uri="{FF2B5EF4-FFF2-40B4-BE49-F238E27FC236}">
                <a16:creationId xmlns:a16="http://schemas.microsoft.com/office/drawing/2014/main" id="{450E3369-FF07-5FFD-4988-033CEF800982}"/>
              </a:ext>
            </a:extLst>
          </p:cNvPr>
          <p:cNvSpPr txBox="1"/>
          <p:nvPr/>
        </p:nvSpPr>
        <p:spPr>
          <a:xfrm>
            <a:off x="457200" y="419100"/>
            <a:ext cx="8382000" cy="1200329"/>
          </a:xfrm>
          <a:prstGeom prst="rect">
            <a:avLst/>
          </a:prstGeom>
          <a:noFill/>
        </p:spPr>
        <p:txBody>
          <a:bodyPr wrap="square" rtlCol="0">
            <a:spAutoFit/>
          </a:bodyPr>
          <a:lstStyle/>
          <a:p>
            <a:pPr algn="ctr"/>
            <a:r>
              <a:rPr lang="en-US" sz="36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Original  categorical features correlations</a:t>
            </a:r>
          </a:p>
        </p:txBody>
      </p:sp>
      <p:sp>
        <p:nvSpPr>
          <p:cNvPr id="9" name="TextBox 8">
            <a:extLst>
              <a:ext uri="{FF2B5EF4-FFF2-40B4-BE49-F238E27FC236}">
                <a16:creationId xmlns:a16="http://schemas.microsoft.com/office/drawing/2014/main" id="{F674BCE4-1969-D0DF-FDE0-2AAF4759F6CB}"/>
              </a:ext>
            </a:extLst>
          </p:cNvPr>
          <p:cNvSpPr txBox="1"/>
          <p:nvPr/>
        </p:nvSpPr>
        <p:spPr>
          <a:xfrm>
            <a:off x="9448800" y="419100"/>
            <a:ext cx="8686800" cy="1200329"/>
          </a:xfrm>
          <a:prstGeom prst="rect">
            <a:avLst/>
          </a:prstGeom>
          <a:noFill/>
        </p:spPr>
        <p:txBody>
          <a:bodyPr wrap="square" rtlCol="0">
            <a:spAutoFit/>
          </a:bodyPr>
          <a:lstStyle/>
          <a:p>
            <a:pPr algn="ctr"/>
            <a:r>
              <a:rPr lang="en-US" sz="36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rPr>
              <a:t>Engineered categorical features correlations</a:t>
            </a:r>
          </a:p>
        </p:txBody>
      </p:sp>
    </p:spTree>
    <p:extLst>
      <p:ext uri="{BB962C8B-B14F-4D97-AF65-F5344CB8AC3E}">
        <p14:creationId xmlns:p14="http://schemas.microsoft.com/office/powerpoint/2010/main" val="3635764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391728" y="342900"/>
            <a:ext cx="17667672" cy="948978"/>
          </a:xfrm>
          <a:prstGeom prst="rect">
            <a:avLst/>
          </a:prstGeom>
        </p:spPr>
        <p:txBody>
          <a:bodyPr wrap="square" lIns="0" tIns="0" rIns="0" bIns="0" rtlCol="0" anchor="t">
            <a:spAutoFit/>
          </a:bodyPr>
          <a:lstStyle/>
          <a:p>
            <a:pPr algn="ctr">
              <a:lnSpc>
                <a:spcPts val="7979"/>
              </a:lnSpc>
            </a:pPr>
            <a:r>
              <a:rPr lang="en-US" sz="5400"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sym typeface="Poppins Medium"/>
              </a:rPr>
              <a:t>Numeric features Correlations with target (price):</a:t>
            </a:r>
          </a:p>
        </p:txBody>
      </p:sp>
      <p:graphicFrame>
        <p:nvGraphicFramePr>
          <p:cNvPr id="22" name="Diagram 21">
            <a:extLst>
              <a:ext uri="{FF2B5EF4-FFF2-40B4-BE49-F238E27FC236}">
                <a16:creationId xmlns:a16="http://schemas.microsoft.com/office/drawing/2014/main" id="{C35EAB34-FEF9-9C45-E854-C4727A3E2FD1}"/>
              </a:ext>
            </a:extLst>
          </p:cNvPr>
          <p:cNvGraphicFramePr/>
          <p:nvPr>
            <p:extLst>
              <p:ext uri="{D42A27DB-BD31-4B8C-83A1-F6EECF244321}">
                <p14:modId xmlns:p14="http://schemas.microsoft.com/office/powerpoint/2010/main" val="1284345765"/>
              </p:ext>
            </p:extLst>
          </p:nvPr>
        </p:nvGraphicFramePr>
        <p:xfrm>
          <a:off x="1529364" y="1714500"/>
          <a:ext cx="15392400" cy="835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8" name="Picture 47">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50" name="Straight Connector 49">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54" name="Rectangle 53">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80844" y="2770632"/>
            <a:ext cx="626605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3D4D3589-0B17-211E-6FCB-9A3F993A3F75}"/>
              </a:ext>
            </a:extLst>
          </p:cNvPr>
          <p:cNvSpPr>
            <a:spLocks noGrp="1"/>
          </p:cNvSpPr>
          <p:nvPr>
            <p:ph type="title"/>
          </p:nvPr>
        </p:nvSpPr>
        <p:spPr>
          <a:xfrm>
            <a:off x="1636147" y="1196780"/>
            <a:ext cx="6264766" cy="1573852"/>
          </a:xfrm>
        </p:spPr>
        <p:txBody>
          <a:bodyPr vert="horz" lIns="91440" tIns="45720" rIns="91440" bIns="45720" rtlCol="0" anchor="t">
            <a:normAutofit/>
          </a:bodyPr>
          <a:lstStyle/>
          <a:p>
            <a:pPr algn="ctr" defTabSz="914400"/>
            <a:r>
              <a:rPr lang="en-US" sz="3200" dirty="0">
                <a:solidFill>
                  <a:schemeClr val="accent1"/>
                </a:solidFill>
              </a:rPr>
              <a:t>Categorical features Correlations with price</a:t>
            </a:r>
          </a:p>
        </p:txBody>
      </p:sp>
      <p:sp>
        <p:nvSpPr>
          <p:cNvPr id="58" name="Rectangle 57">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Content Placeholder 3">
            <a:extLst>
              <a:ext uri="{FF2B5EF4-FFF2-40B4-BE49-F238E27FC236}">
                <a16:creationId xmlns:a16="http://schemas.microsoft.com/office/drawing/2014/main" id="{6A57D978-6049-8A27-32A5-59A109FD9D2E}"/>
              </a:ext>
            </a:extLst>
          </p:cNvPr>
          <p:cNvSpPr>
            <a:spLocks noGrp="1"/>
          </p:cNvSpPr>
          <p:nvPr>
            <p:ph sz="half" idx="2"/>
          </p:nvPr>
        </p:nvSpPr>
        <p:spPr>
          <a:xfrm>
            <a:off x="1371600" y="3023598"/>
            <a:ext cx="7239000" cy="5175919"/>
          </a:xfrm>
        </p:spPr>
        <p:txBody>
          <a:bodyPr vert="horz" lIns="91440" tIns="45720" rIns="91440" bIns="45720" rtlCol="0" anchor="t">
            <a:normAutofit/>
          </a:bodyPr>
          <a:lstStyle/>
          <a:p>
            <a:pPr indent="-228600" algn="ctr" defTabSz="914400"/>
            <a:r>
              <a:rPr lang="en-US" sz="2800" dirty="0"/>
              <a:t>ANOVA showed that all categorical features have a statistically significant relationship with ticket price (p &lt; 0.05).</a:t>
            </a:r>
          </a:p>
          <a:p>
            <a:pPr indent="-228600" defTabSz="914400"/>
            <a:r>
              <a:rPr lang="en-US" sz="2800" dirty="0"/>
              <a:t> Among them, seat class exhibited the strongest influence, followed by airline and the number of stops, indicating that these features are likely to be the most informative predictors in the regression models.</a:t>
            </a:r>
          </a:p>
        </p:txBody>
      </p:sp>
      <p:pic>
        <p:nvPicPr>
          <p:cNvPr id="60" name="Picture 59">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62" name="Straight Connector 61">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24" name="Content Placeholder 23">
            <a:extLst>
              <a:ext uri="{FF2B5EF4-FFF2-40B4-BE49-F238E27FC236}">
                <a16:creationId xmlns:a16="http://schemas.microsoft.com/office/drawing/2014/main" id="{B71E97B3-BAE0-7D25-0D7E-48D3FC6F0CD5}"/>
              </a:ext>
            </a:extLst>
          </p:cNvPr>
          <p:cNvGraphicFramePr>
            <a:graphicFrameLocks noGrp="1"/>
          </p:cNvGraphicFramePr>
          <p:nvPr>
            <p:ph sz="half" idx="1"/>
            <p:extLst>
              <p:ext uri="{D42A27DB-BD31-4B8C-83A1-F6EECF244321}">
                <p14:modId xmlns:p14="http://schemas.microsoft.com/office/powerpoint/2010/main" val="1782363589"/>
              </p:ext>
            </p:extLst>
          </p:nvPr>
        </p:nvGraphicFramePr>
        <p:xfrm>
          <a:off x="8991600" y="876300"/>
          <a:ext cx="9085198" cy="5854712"/>
        </p:xfrm>
        <a:graphic>
          <a:graphicData uri="http://schemas.openxmlformats.org/drawingml/2006/table">
            <a:tbl>
              <a:tblPr firstRow="1" bandRow="1">
                <a:tableStyleId>{3C2FFA5D-87B4-456A-9821-1D502468CF0F}</a:tableStyleId>
              </a:tblPr>
              <a:tblGrid>
                <a:gridCol w="762000">
                  <a:extLst>
                    <a:ext uri="{9D8B030D-6E8A-4147-A177-3AD203B41FA5}">
                      <a16:colId xmlns:a16="http://schemas.microsoft.com/office/drawing/2014/main" val="4117168876"/>
                    </a:ext>
                  </a:extLst>
                </a:gridCol>
                <a:gridCol w="1521849">
                  <a:extLst>
                    <a:ext uri="{9D8B030D-6E8A-4147-A177-3AD203B41FA5}">
                      <a16:colId xmlns:a16="http://schemas.microsoft.com/office/drawing/2014/main" val="2971440410"/>
                    </a:ext>
                  </a:extLst>
                </a:gridCol>
                <a:gridCol w="1297551">
                  <a:extLst>
                    <a:ext uri="{9D8B030D-6E8A-4147-A177-3AD203B41FA5}">
                      <a16:colId xmlns:a16="http://schemas.microsoft.com/office/drawing/2014/main" val="3698424922"/>
                    </a:ext>
                  </a:extLst>
                </a:gridCol>
                <a:gridCol w="1524000">
                  <a:extLst>
                    <a:ext uri="{9D8B030D-6E8A-4147-A177-3AD203B41FA5}">
                      <a16:colId xmlns:a16="http://schemas.microsoft.com/office/drawing/2014/main" val="582466697"/>
                    </a:ext>
                  </a:extLst>
                </a:gridCol>
                <a:gridCol w="3979798">
                  <a:extLst>
                    <a:ext uri="{9D8B030D-6E8A-4147-A177-3AD203B41FA5}">
                      <a16:colId xmlns:a16="http://schemas.microsoft.com/office/drawing/2014/main" val="2374564033"/>
                    </a:ext>
                  </a:extLst>
                </a:gridCol>
              </a:tblGrid>
              <a:tr h="685800">
                <a:tc>
                  <a:txBody>
                    <a:bodyPr/>
                    <a:lstStyle/>
                    <a:p>
                      <a:pPr algn="ctr">
                        <a:buNone/>
                      </a:pPr>
                      <a:r>
                        <a:rPr lang="en-US" sz="2000" dirty="0"/>
                        <a:t>Rank</a:t>
                      </a:r>
                    </a:p>
                  </a:txBody>
                  <a:tcPr marL="36513" marR="36513" marT="18257" marB="18257" anchor="ctr"/>
                </a:tc>
                <a:tc>
                  <a:txBody>
                    <a:bodyPr/>
                    <a:lstStyle/>
                    <a:p>
                      <a:pPr>
                        <a:buNone/>
                      </a:pPr>
                      <a:r>
                        <a:rPr lang="en-US" sz="2000"/>
                        <a:t>Feature</a:t>
                      </a:r>
                    </a:p>
                  </a:txBody>
                  <a:tcPr marL="36513" marR="36513" marT="18257" marB="18257" anchor="ctr"/>
                </a:tc>
                <a:tc>
                  <a:txBody>
                    <a:bodyPr/>
                    <a:lstStyle/>
                    <a:p>
                      <a:pPr algn="r">
                        <a:buNone/>
                      </a:pPr>
                      <a:r>
                        <a:rPr lang="en-US" sz="2000"/>
                        <a:t>F-statistic</a:t>
                      </a:r>
                    </a:p>
                  </a:txBody>
                  <a:tcPr marL="36513" marR="36513" marT="18257" marB="18257" anchor="ctr"/>
                </a:tc>
                <a:tc>
                  <a:txBody>
                    <a:bodyPr/>
                    <a:lstStyle/>
                    <a:p>
                      <a:pPr algn="ctr">
                        <a:buNone/>
                      </a:pPr>
                      <a:r>
                        <a:rPr lang="en-US" sz="2000"/>
                        <a:t>Significance</a:t>
                      </a:r>
                    </a:p>
                  </a:txBody>
                  <a:tcPr marL="36513" marR="36513" marT="18257" marB="18257" anchor="ctr"/>
                </a:tc>
                <a:tc>
                  <a:txBody>
                    <a:bodyPr/>
                    <a:lstStyle/>
                    <a:p>
                      <a:pPr>
                        <a:buNone/>
                      </a:pPr>
                      <a:r>
                        <a:rPr lang="en-US" sz="2000"/>
                        <a:t>Interpretation</a:t>
                      </a:r>
                    </a:p>
                  </a:txBody>
                  <a:tcPr marL="36513" marR="36513" marT="18257" marB="18257" anchor="ctr"/>
                </a:tc>
                <a:extLst>
                  <a:ext uri="{0D108BD9-81ED-4DB2-BD59-A6C34878D82A}">
                    <a16:rowId xmlns:a16="http://schemas.microsoft.com/office/drawing/2014/main" val="2760123780"/>
                  </a:ext>
                </a:extLst>
              </a:tr>
              <a:tr h="616734">
                <a:tc>
                  <a:txBody>
                    <a:bodyPr/>
                    <a:lstStyle/>
                    <a:p>
                      <a:pPr algn="ctr">
                        <a:buNone/>
                      </a:pPr>
                      <a:r>
                        <a:rPr lang="en-US" sz="2000"/>
                        <a:t>1</a:t>
                      </a:r>
                    </a:p>
                  </a:txBody>
                  <a:tcPr marL="36513" marR="36513" marT="18257" marB="18257" anchor="ctr"/>
                </a:tc>
                <a:tc>
                  <a:txBody>
                    <a:bodyPr/>
                    <a:lstStyle/>
                    <a:p>
                      <a:pPr>
                        <a:buNone/>
                      </a:pPr>
                      <a:r>
                        <a:rPr lang="en-US" sz="2000" b="1"/>
                        <a:t>Class</a:t>
                      </a:r>
                      <a:endParaRPr lang="en-US" sz="2000"/>
                    </a:p>
                  </a:txBody>
                  <a:tcPr marL="36513" marR="36513" marT="18257" marB="18257" anchor="ctr"/>
                </a:tc>
                <a:tc>
                  <a:txBody>
                    <a:bodyPr/>
                    <a:lstStyle/>
                    <a:p>
                      <a:pPr algn="r">
                        <a:buNone/>
                      </a:pPr>
                      <a:r>
                        <a:rPr lang="en-US" sz="2000"/>
                        <a:t>2,192,425</a:t>
                      </a:r>
                    </a:p>
                  </a:txBody>
                  <a:tcPr marL="36513" marR="36513" marT="18257" marB="18257" anchor="ctr"/>
                </a:tc>
                <a:tc>
                  <a:txBody>
                    <a:bodyPr/>
                    <a:lstStyle/>
                    <a:p>
                      <a:pPr algn="ctr">
                        <a:buNone/>
                      </a:pPr>
                      <a:r>
                        <a:rPr lang="en-US" sz="2000" dirty="0"/>
                        <a:t>p &lt; 0.001</a:t>
                      </a:r>
                    </a:p>
                  </a:txBody>
                  <a:tcPr marL="36513" marR="36513" marT="18257" marB="18257" anchor="ctr"/>
                </a:tc>
                <a:tc>
                  <a:txBody>
                    <a:bodyPr/>
                    <a:lstStyle/>
                    <a:p>
                      <a:pPr>
                        <a:buNone/>
                      </a:pPr>
                      <a:r>
                        <a:rPr lang="en-US" sz="2000" b="1" dirty="0"/>
                        <a:t>Strongest predictor of ticket price.</a:t>
                      </a:r>
                      <a:r>
                        <a:rPr lang="en-US" sz="2000" dirty="0"/>
                        <a:t> </a:t>
                      </a:r>
                    </a:p>
                  </a:txBody>
                  <a:tcPr marL="36513" marR="36513" marT="18257" marB="18257" anchor="ctr"/>
                </a:tc>
                <a:extLst>
                  <a:ext uri="{0D108BD9-81ED-4DB2-BD59-A6C34878D82A}">
                    <a16:rowId xmlns:a16="http://schemas.microsoft.com/office/drawing/2014/main" val="1962610941"/>
                  </a:ext>
                </a:extLst>
              </a:tr>
              <a:tr h="258574">
                <a:tc>
                  <a:txBody>
                    <a:bodyPr/>
                    <a:lstStyle/>
                    <a:p>
                      <a:pPr algn="ctr">
                        <a:buNone/>
                      </a:pPr>
                      <a:r>
                        <a:rPr lang="en-US" sz="2000"/>
                        <a:t>2</a:t>
                      </a:r>
                    </a:p>
                  </a:txBody>
                  <a:tcPr marL="36513" marR="36513" marT="18257" marB="18257" anchor="ctr"/>
                </a:tc>
                <a:tc>
                  <a:txBody>
                    <a:bodyPr/>
                    <a:lstStyle/>
                    <a:p>
                      <a:pPr>
                        <a:buNone/>
                      </a:pPr>
                      <a:r>
                        <a:rPr lang="en-US" sz="2000" b="1"/>
                        <a:t>Airline</a:t>
                      </a:r>
                      <a:endParaRPr lang="en-US" sz="2000"/>
                    </a:p>
                  </a:txBody>
                  <a:tcPr marL="36513" marR="36513" marT="18257" marB="18257" anchor="ctr"/>
                </a:tc>
                <a:tc>
                  <a:txBody>
                    <a:bodyPr/>
                    <a:lstStyle/>
                    <a:p>
                      <a:pPr algn="r">
                        <a:buNone/>
                      </a:pPr>
                      <a:r>
                        <a:rPr lang="en-US" sz="2000"/>
                        <a:t>17,194</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dirty="0"/>
                        <a:t>Very strong.</a:t>
                      </a:r>
                    </a:p>
                  </a:txBody>
                  <a:tcPr marL="36513" marR="36513" marT="18257" marB="18257" anchor="ctr"/>
                </a:tc>
                <a:extLst>
                  <a:ext uri="{0D108BD9-81ED-4DB2-BD59-A6C34878D82A}">
                    <a16:rowId xmlns:a16="http://schemas.microsoft.com/office/drawing/2014/main" val="701399357"/>
                  </a:ext>
                </a:extLst>
              </a:tr>
              <a:tr h="437654">
                <a:tc>
                  <a:txBody>
                    <a:bodyPr/>
                    <a:lstStyle/>
                    <a:p>
                      <a:pPr algn="ctr">
                        <a:buNone/>
                      </a:pPr>
                      <a:r>
                        <a:rPr lang="en-US" sz="2000"/>
                        <a:t>3</a:t>
                      </a:r>
                    </a:p>
                  </a:txBody>
                  <a:tcPr marL="36513" marR="36513" marT="18257" marB="18257" anchor="ctr"/>
                </a:tc>
                <a:tc>
                  <a:txBody>
                    <a:bodyPr/>
                    <a:lstStyle/>
                    <a:p>
                      <a:pPr>
                        <a:buNone/>
                      </a:pPr>
                      <a:r>
                        <a:rPr lang="en-US" sz="2000" b="1"/>
                        <a:t>Stops</a:t>
                      </a:r>
                      <a:endParaRPr lang="en-US" sz="2000"/>
                    </a:p>
                  </a:txBody>
                  <a:tcPr marL="36513" marR="36513" marT="18257" marB="18257" anchor="ctr"/>
                </a:tc>
                <a:tc>
                  <a:txBody>
                    <a:bodyPr/>
                    <a:lstStyle/>
                    <a:p>
                      <a:pPr algn="r">
                        <a:buNone/>
                      </a:pPr>
                      <a:r>
                        <a:rPr lang="en-US" sz="2000"/>
                        <a:t>6,477</a:t>
                      </a:r>
                    </a:p>
                  </a:txBody>
                  <a:tcPr marL="36513" marR="36513" marT="18257" marB="18257" anchor="ctr"/>
                </a:tc>
                <a:tc>
                  <a:txBody>
                    <a:bodyPr/>
                    <a:lstStyle/>
                    <a:p>
                      <a:pPr algn="ctr">
                        <a:buNone/>
                      </a:pPr>
                      <a:r>
                        <a:rPr lang="en-US" sz="2000" dirty="0"/>
                        <a:t>p &lt; 0.001</a:t>
                      </a:r>
                    </a:p>
                  </a:txBody>
                  <a:tcPr marL="36513" marR="36513" marT="18257" marB="18257" anchor="ctr"/>
                </a:tc>
                <a:tc>
                  <a:txBody>
                    <a:bodyPr/>
                    <a:lstStyle/>
                    <a:p>
                      <a:pPr>
                        <a:buNone/>
                      </a:pPr>
                      <a:r>
                        <a:rPr lang="en-US" sz="2000" dirty="0"/>
                        <a:t>The number of stops has a strong influence on ticket price.</a:t>
                      </a:r>
                    </a:p>
                  </a:txBody>
                  <a:tcPr marL="36513" marR="36513" marT="18257" marB="18257" anchor="ctr"/>
                </a:tc>
                <a:extLst>
                  <a:ext uri="{0D108BD9-81ED-4DB2-BD59-A6C34878D82A}">
                    <a16:rowId xmlns:a16="http://schemas.microsoft.com/office/drawing/2014/main" val="1239586162"/>
                  </a:ext>
                </a:extLst>
              </a:tr>
              <a:tr h="258574">
                <a:tc>
                  <a:txBody>
                    <a:bodyPr/>
                    <a:lstStyle/>
                    <a:p>
                      <a:pPr algn="ctr">
                        <a:buNone/>
                      </a:pPr>
                      <a:r>
                        <a:rPr lang="en-US" sz="2000"/>
                        <a:t>4</a:t>
                      </a:r>
                    </a:p>
                  </a:txBody>
                  <a:tcPr marL="36513" marR="36513" marT="18257" marB="18257" anchor="ctr"/>
                </a:tc>
                <a:tc>
                  <a:txBody>
                    <a:bodyPr/>
                    <a:lstStyle/>
                    <a:p>
                      <a:pPr>
                        <a:buNone/>
                      </a:pPr>
                      <a:r>
                        <a:rPr lang="en-US" sz="2000" b="1"/>
                        <a:t>Arrival Time</a:t>
                      </a:r>
                      <a:endParaRPr lang="en-US" sz="2000"/>
                    </a:p>
                  </a:txBody>
                  <a:tcPr marL="36513" marR="36513" marT="18257" marB="18257" anchor="ctr"/>
                </a:tc>
                <a:tc>
                  <a:txBody>
                    <a:bodyPr/>
                    <a:lstStyle/>
                    <a:p>
                      <a:pPr algn="r">
                        <a:buNone/>
                      </a:pPr>
                      <a:r>
                        <a:rPr lang="en-US" sz="2000"/>
                        <a:t>1,013</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a:t>Arrival time has a significant effect on ticket pricing.</a:t>
                      </a:r>
                    </a:p>
                  </a:txBody>
                  <a:tcPr marL="36513" marR="36513" marT="18257" marB="18257" anchor="ctr"/>
                </a:tc>
                <a:extLst>
                  <a:ext uri="{0D108BD9-81ED-4DB2-BD59-A6C34878D82A}">
                    <a16:rowId xmlns:a16="http://schemas.microsoft.com/office/drawing/2014/main" val="2569758364"/>
                  </a:ext>
                </a:extLst>
              </a:tr>
              <a:tr h="258574">
                <a:tc>
                  <a:txBody>
                    <a:bodyPr/>
                    <a:lstStyle/>
                    <a:p>
                      <a:pPr algn="ctr">
                        <a:buNone/>
                      </a:pPr>
                      <a:r>
                        <a:rPr lang="en-US" sz="2000"/>
                        <a:t>5</a:t>
                      </a:r>
                    </a:p>
                  </a:txBody>
                  <a:tcPr marL="36513" marR="36513" marT="18257" marB="18257" anchor="ctr"/>
                </a:tc>
                <a:tc>
                  <a:txBody>
                    <a:bodyPr/>
                    <a:lstStyle/>
                    <a:p>
                      <a:pPr>
                        <a:buNone/>
                      </a:pPr>
                      <a:r>
                        <a:rPr lang="en-US" sz="2000" b="1"/>
                        <a:t>Departure Time</a:t>
                      </a:r>
                      <a:endParaRPr lang="en-US" sz="2000"/>
                    </a:p>
                  </a:txBody>
                  <a:tcPr marL="36513" marR="36513" marT="18257" marB="18257" anchor="ctr"/>
                </a:tc>
                <a:tc>
                  <a:txBody>
                    <a:bodyPr/>
                    <a:lstStyle/>
                    <a:p>
                      <a:pPr algn="r">
                        <a:buNone/>
                      </a:pPr>
                      <a:r>
                        <a:rPr lang="en-US" sz="2000"/>
                        <a:t>319</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a:t>Departure time contributes to price variation.</a:t>
                      </a:r>
                    </a:p>
                  </a:txBody>
                  <a:tcPr marL="36513" marR="36513" marT="18257" marB="18257" anchor="ctr"/>
                </a:tc>
                <a:extLst>
                  <a:ext uri="{0D108BD9-81ED-4DB2-BD59-A6C34878D82A}">
                    <a16:rowId xmlns:a16="http://schemas.microsoft.com/office/drawing/2014/main" val="3306325933"/>
                  </a:ext>
                </a:extLst>
              </a:tr>
              <a:tr h="437654">
                <a:tc>
                  <a:txBody>
                    <a:bodyPr/>
                    <a:lstStyle/>
                    <a:p>
                      <a:pPr algn="ctr">
                        <a:buNone/>
                      </a:pPr>
                      <a:r>
                        <a:rPr lang="en-US" sz="2000"/>
                        <a:t>6</a:t>
                      </a:r>
                    </a:p>
                  </a:txBody>
                  <a:tcPr marL="36513" marR="36513" marT="18257" marB="18257" anchor="ctr"/>
                </a:tc>
                <a:tc>
                  <a:txBody>
                    <a:bodyPr/>
                    <a:lstStyle/>
                    <a:p>
                      <a:pPr>
                        <a:buNone/>
                      </a:pPr>
                      <a:r>
                        <a:rPr lang="en-US" sz="2000" b="1"/>
                        <a:t>Destination City</a:t>
                      </a:r>
                      <a:endParaRPr lang="en-US" sz="2000"/>
                    </a:p>
                  </a:txBody>
                  <a:tcPr marL="36513" marR="36513" marT="18257" marB="18257" anchor="ctr"/>
                </a:tc>
                <a:tc>
                  <a:txBody>
                    <a:bodyPr/>
                    <a:lstStyle/>
                    <a:p>
                      <a:pPr algn="r">
                        <a:buNone/>
                      </a:pPr>
                      <a:r>
                        <a:rPr lang="en-US" sz="2000"/>
                        <a:t>193</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a:t>Destination has a statistically significant but smaller effect.</a:t>
                      </a:r>
                    </a:p>
                  </a:txBody>
                  <a:tcPr marL="36513" marR="36513" marT="18257" marB="18257" anchor="ctr"/>
                </a:tc>
                <a:extLst>
                  <a:ext uri="{0D108BD9-81ED-4DB2-BD59-A6C34878D82A}">
                    <a16:rowId xmlns:a16="http://schemas.microsoft.com/office/drawing/2014/main" val="3797734354"/>
                  </a:ext>
                </a:extLst>
              </a:tr>
              <a:tr h="437654">
                <a:tc>
                  <a:txBody>
                    <a:bodyPr/>
                    <a:lstStyle/>
                    <a:p>
                      <a:pPr algn="ctr">
                        <a:buNone/>
                      </a:pPr>
                      <a:r>
                        <a:rPr lang="en-US" sz="2000"/>
                        <a:t>7</a:t>
                      </a:r>
                    </a:p>
                  </a:txBody>
                  <a:tcPr marL="36513" marR="36513" marT="18257" marB="18257" anchor="ctr"/>
                </a:tc>
                <a:tc>
                  <a:txBody>
                    <a:bodyPr/>
                    <a:lstStyle/>
                    <a:p>
                      <a:pPr>
                        <a:buNone/>
                      </a:pPr>
                      <a:r>
                        <a:rPr lang="en-US" sz="2000" b="1"/>
                        <a:t>Source City</a:t>
                      </a:r>
                      <a:endParaRPr lang="en-US" sz="2000"/>
                    </a:p>
                  </a:txBody>
                  <a:tcPr marL="36513" marR="36513" marT="18257" marB="18257" anchor="ctr"/>
                </a:tc>
                <a:tc>
                  <a:txBody>
                    <a:bodyPr/>
                    <a:lstStyle/>
                    <a:p>
                      <a:pPr algn="r">
                        <a:buNone/>
                      </a:pPr>
                      <a:r>
                        <a:rPr lang="en-US" sz="2000"/>
                        <a:t>145</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a:t>Source city also influences pricing, although less strongly.</a:t>
                      </a:r>
                    </a:p>
                  </a:txBody>
                  <a:tcPr marL="36513" marR="36513" marT="18257" marB="18257" anchor="ctr"/>
                </a:tc>
                <a:extLst>
                  <a:ext uri="{0D108BD9-81ED-4DB2-BD59-A6C34878D82A}">
                    <a16:rowId xmlns:a16="http://schemas.microsoft.com/office/drawing/2014/main" val="3117755724"/>
                  </a:ext>
                </a:extLst>
              </a:tr>
              <a:tr h="437654">
                <a:tc>
                  <a:txBody>
                    <a:bodyPr/>
                    <a:lstStyle/>
                    <a:p>
                      <a:pPr algn="ctr">
                        <a:buNone/>
                      </a:pPr>
                      <a:r>
                        <a:rPr lang="en-US" sz="2000"/>
                        <a:t>8</a:t>
                      </a:r>
                    </a:p>
                  </a:txBody>
                  <a:tcPr marL="36513" marR="36513" marT="18257" marB="18257" anchor="ctr"/>
                </a:tc>
                <a:tc>
                  <a:txBody>
                    <a:bodyPr/>
                    <a:lstStyle/>
                    <a:p>
                      <a:pPr>
                        <a:buNone/>
                      </a:pPr>
                      <a:r>
                        <a:rPr lang="en-US" sz="2000" b="1"/>
                        <a:t>Route</a:t>
                      </a:r>
                      <a:endParaRPr lang="en-US" sz="2000"/>
                    </a:p>
                  </a:txBody>
                  <a:tcPr marL="36513" marR="36513" marT="18257" marB="18257" anchor="ctr"/>
                </a:tc>
                <a:tc>
                  <a:txBody>
                    <a:bodyPr/>
                    <a:lstStyle/>
                    <a:p>
                      <a:pPr algn="r">
                        <a:buNone/>
                      </a:pPr>
                      <a:r>
                        <a:rPr lang="en-US" sz="2000"/>
                        <a:t>86</a:t>
                      </a:r>
                    </a:p>
                  </a:txBody>
                  <a:tcPr marL="36513" marR="36513" marT="18257" marB="18257" anchor="ctr"/>
                </a:tc>
                <a:tc>
                  <a:txBody>
                    <a:bodyPr/>
                    <a:lstStyle/>
                    <a:p>
                      <a:pPr algn="ctr">
                        <a:buNone/>
                      </a:pPr>
                      <a:r>
                        <a:rPr lang="en-US" sz="2000"/>
                        <a:t>p &lt; 0.001</a:t>
                      </a:r>
                    </a:p>
                  </a:txBody>
                  <a:tcPr marL="36513" marR="36513" marT="18257" marB="18257" anchor="ctr"/>
                </a:tc>
                <a:tc>
                  <a:txBody>
                    <a:bodyPr/>
                    <a:lstStyle/>
                    <a:p>
                      <a:pPr>
                        <a:buNone/>
                      </a:pPr>
                      <a:r>
                        <a:rPr lang="en-US" sz="2000" dirty="0"/>
                        <a:t>Route remains significant, but its effect overlaps with other pricing factors.</a:t>
                      </a:r>
                    </a:p>
                  </a:txBody>
                  <a:tcPr marL="36513" marR="36513" marT="18257" marB="18257" anchor="ctr"/>
                </a:tc>
                <a:extLst>
                  <a:ext uri="{0D108BD9-81ED-4DB2-BD59-A6C34878D82A}">
                    <a16:rowId xmlns:a16="http://schemas.microsoft.com/office/drawing/2014/main" val="1862960624"/>
                  </a:ext>
                </a:extLst>
              </a:tr>
            </a:tbl>
          </a:graphicData>
        </a:graphic>
      </p:graphicFrame>
    </p:spTree>
    <p:extLst>
      <p:ext uri="{BB962C8B-B14F-4D97-AF65-F5344CB8AC3E}">
        <p14:creationId xmlns:p14="http://schemas.microsoft.com/office/powerpoint/2010/main" val="2939660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38573229-B96F-FBA5-76A6-34B4A0F5AB48}"/>
              </a:ext>
            </a:extLst>
          </p:cNvPr>
          <p:cNvSpPr txBox="1"/>
          <p:nvPr/>
        </p:nvSpPr>
        <p:spPr>
          <a:xfrm>
            <a:off x="391728" y="478155"/>
            <a:ext cx="17667672" cy="1025922"/>
          </a:xfrm>
          <a:prstGeom prst="rect">
            <a:avLst/>
          </a:prstGeom>
        </p:spPr>
        <p:txBody>
          <a:bodyPr wrap="square" lIns="0" tIns="0" rIns="0" bIns="0" rtlCol="0" anchor="t">
            <a:spAutoFit/>
          </a:bodyPr>
          <a:lstStyle/>
          <a:p>
            <a:pPr algn="ctr">
              <a:lnSpc>
                <a:spcPts val="7979"/>
              </a:lnSpc>
            </a:pPr>
            <a:r>
              <a:rPr lang="en-US" sz="6999" b="1" dirty="0">
                <a:solidFill>
                  <a:srgbClr val="B71E42"/>
                </a:solidFill>
                <a:latin typeface="Poppins Medium"/>
                <a:ea typeface="Poppins Medium"/>
                <a:cs typeface="Poppins Medium"/>
                <a:sym typeface="Poppins Medium"/>
              </a:rPr>
              <a:t>Correlations with target(price):</a:t>
            </a:r>
          </a:p>
        </p:txBody>
      </p:sp>
      <p:pic>
        <p:nvPicPr>
          <p:cNvPr id="7" name="Picture 6">
            <a:extLst>
              <a:ext uri="{FF2B5EF4-FFF2-40B4-BE49-F238E27FC236}">
                <a16:creationId xmlns:a16="http://schemas.microsoft.com/office/drawing/2014/main" id="{AEC672EB-9374-C2CF-D552-9A7ECD2A6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488" y="2552700"/>
            <a:ext cx="8542597" cy="5177691"/>
          </a:xfrm>
          <a:prstGeom prst="rect">
            <a:avLst/>
          </a:prstGeom>
        </p:spPr>
      </p:pic>
      <p:pic>
        <p:nvPicPr>
          <p:cNvPr id="9" name="Picture 8">
            <a:extLst>
              <a:ext uri="{FF2B5EF4-FFF2-40B4-BE49-F238E27FC236}">
                <a16:creationId xmlns:a16="http://schemas.microsoft.com/office/drawing/2014/main" id="{9152245F-0FE4-00AD-7786-E17511EC1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00" y="2575106"/>
            <a:ext cx="8229600" cy="5159194"/>
          </a:xfrm>
          <a:prstGeom prst="rect">
            <a:avLst/>
          </a:prstGeom>
        </p:spPr>
      </p:pic>
      <p:sp>
        <p:nvSpPr>
          <p:cNvPr id="11" name="TextBox 10">
            <a:extLst>
              <a:ext uri="{FF2B5EF4-FFF2-40B4-BE49-F238E27FC236}">
                <a16:creationId xmlns:a16="http://schemas.microsoft.com/office/drawing/2014/main" id="{71818995-BBD8-1564-1A97-E9DC57B9A592}"/>
              </a:ext>
            </a:extLst>
          </p:cNvPr>
          <p:cNvSpPr txBox="1"/>
          <p:nvPr/>
        </p:nvSpPr>
        <p:spPr>
          <a:xfrm>
            <a:off x="3556000" y="8039100"/>
            <a:ext cx="14478000" cy="1077218"/>
          </a:xfrm>
          <a:prstGeom prst="rect">
            <a:avLst/>
          </a:prstGeom>
          <a:noFill/>
        </p:spPr>
        <p:txBody>
          <a:bodyPr wrap="square" rtlCol="0">
            <a:spAutoFit/>
          </a:bodyPr>
          <a:lstStyle/>
          <a:p>
            <a:r>
              <a:rPr lang="en-US" sz="3200" b="1" dirty="0">
                <a:solidFill>
                  <a:srgbClr val="B71E42"/>
                </a:solidFill>
              </a:rPr>
              <a:t>Airline: </a:t>
            </a:r>
            <a:r>
              <a:rPr lang="en-US" sz="3200" dirty="0">
                <a:solidFill>
                  <a:srgbClr val="B71E42"/>
                </a:solidFill>
              </a:rPr>
              <a:t>Vistara &amp; </a:t>
            </a:r>
            <a:r>
              <a:rPr lang="en-US" sz="3200" dirty="0" err="1">
                <a:solidFill>
                  <a:srgbClr val="B71E42"/>
                </a:solidFill>
              </a:rPr>
              <a:t>Air_india</a:t>
            </a:r>
            <a:r>
              <a:rPr lang="en-US" sz="3200" dirty="0">
                <a:solidFill>
                  <a:srgbClr val="B71E42"/>
                </a:solidFill>
              </a:rPr>
              <a:t> cost the maximum prices</a:t>
            </a:r>
          </a:p>
          <a:p>
            <a:r>
              <a:rPr lang="en-US" sz="3200" b="1" dirty="0">
                <a:solidFill>
                  <a:srgbClr val="B71E42"/>
                </a:solidFill>
              </a:rPr>
              <a:t>Stop: </a:t>
            </a:r>
            <a:r>
              <a:rPr lang="en-US" sz="3200" dirty="0">
                <a:solidFill>
                  <a:srgbClr val="B71E42"/>
                </a:solidFill>
              </a:rPr>
              <a:t>if the flight has on stop it costs the maximum price</a:t>
            </a:r>
            <a:endParaRPr lang="en-US" sz="3200" b="1" dirty="0">
              <a:solidFill>
                <a:srgbClr val="B71E42"/>
              </a:solidFill>
            </a:endParaRPr>
          </a:p>
        </p:txBody>
      </p:sp>
    </p:spTree>
    <p:extLst>
      <p:ext uri="{BB962C8B-B14F-4D97-AF65-F5344CB8AC3E}">
        <p14:creationId xmlns:p14="http://schemas.microsoft.com/office/powerpoint/2010/main" val="4099500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07C6-6B4F-3C76-06DE-33F8576F50CB}"/>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1386FCBD-AE54-0401-F96D-478EDDB20B8D}"/>
              </a:ext>
            </a:extLst>
          </p:cNvPr>
          <p:cNvSpPr txBox="1"/>
          <p:nvPr/>
        </p:nvSpPr>
        <p:spPr>
          <a:xfrm>
            <a:off x="391728" y="478155"/>
            <a:ext cx="17667672" cy="1025922"/>
          </a:xfrm>
          <a:prstGeom prst="rect">
            <a:avLst/>
          </a:prstGeom>
        </p:spPr>
        <p:txBody>
          <a:bodyPr wrap="square" lIns="0" tIns="0" rIns="0" bIns="0" rtlCol="0" anchor="t">
            <a:spAutoFit/>
          </a:bodyPr>
          <a:lstStyle/>
          <a:p>
            <a:pPr algn="ctr">
              <a:lnSpc>
                <a:spcPts val="7979"/>
              </a:lnSpc>
            </a:pPr>
            <a:r>
              <a:rPr lang="en-US" sz="6999" b="1" dirty="0">
                <a:solidFill>
                  <a:srgbClr val="B71E42"/>
                </a:solidFill>
                <a:latin typeface="Poppins Medium"/>
                <a:ea typeface="Poppins Medium"/>
                <a:cs typeface="Poppins Medium"/>
                <a:sym typeface="Poppins Medium"/>
              </a:rPr>
              <a:t>Correlations with target(price):</a:t>
            </a:r>
          </a:p>
        </p:txBody>
      </p:sp>
      <p:sp>
        <p:nvSpPr>
          <p:cNvPr id="11" name="TextBox 10">
            <a:extLst>
              <a:ext uri="{FF2B5EF4-FFF2-40B4-BE49-F238E27FC236}">
                <a16:creationId xmlns:a16="http://schemas.microsoft.com/office/drawing/2014/main" id="{DE4FDE00-6D11-5D3B-6650-A41DC43868A2}"/>
              </a:ext>
            </a:extLst>
          </p:cNvPr>
          <p:cNvSpPr txBox="1"/>
          <p:nvPr/>
        </p:nvSpPr>
        <p:spPr>
          <a:xfrm>
            <a:off x="1905000" y="8039100"/>
            <a:ext cx="14478000" cy="1077218"/>
          </a:xfrm>
          <a:prstGeom prst="rect">
            <a:avLst/>
          </a:prstGeom>
          <a:noFill/>
        </p:spPr>
        <p:txBody>
          <a:bodyPr wrap="square" rtlCol="0">
            <a:spAutoFit/>
          </a:bodyPr>
          <a:lstStyle/>
          <a:p>
            <a:pPr algn="ctr"/>
            <a:r>
              <a:rPr lang="en-US" sz="3200" b="1" dirty="0">
                <a:solidFill>
                  <a:srgbClr val="C00000"/>
                </a:solidFill>
              </a:rPr>
              <a:t>Departure time: </a:t>
            </a:r>
            <a:r>
              <a:rPr lang="en-US" sz="3200" dirty="0">
                <a:solidFill>
                  <a:srgbClr val="C00000"/>
                </a:solidFill>
              </a:rPr>
              <a:t>Late night &amp; Afternoon cost the minimum prices</a:t>
            </a:r>
          </a:p>
          <a:p>
            <a:pPr algn="ctr"/>
            <a:r>
              <a:rPr lang="en-US" sz="3200" b="1" dirty="0">
                <a:solidFill>
                  <a:srgbClr val="C00000"/>
                </a:solidFill>
              </a:rPr>
              <a:t>Arrival time: </a:t>
            </a:r>
            <a:r>
              <a:rPr lang="en-US" sz="3200" dirty="0">
                <a:solidFill>
                  <a:srgbClr val="C00000"/>
                </a:solidFill>
              </a:rPr>
              <a:t>Late night &amp; early morning cost the minimum prices</a:t>
            </a:r>
          </a:p>
        </p:txBody>
      </p:sp>
      <p:pic>
        <p:nvPicPr>
          <p:cNvPr id="2" name="Picture 1">
            <a:extLst>
              <a:ext uri="{FF2B5EF4-FFF2-40B4-BE49-F238E27FC236}">
                <a16:creationId xmlns:a16="http://schemas.microsoft.com/office/drawing/2014/main" id="{3DB62158-B689-9414-802C-ADA8265D0A70}"/>
              </a:ext>
            </a:extLst>
          </p:cNvPr>
          <p:cNvPicPr>
            <a:picLocks noChangeAspect="1"/>
          </p:cNvPicPr>
          <p:nvPr/>
        </p:nvPicPr>
        <p:blipFill>
          <a:blip r:embed="rId3"/>
          <a:stretch>
            <a:fillRect/>
          </a:stretch>
        </p:blipFill>
        <p:spPr>
          <a:xfrm>
            <a:off x="9144001" y="2999887"/>
            <a:ext cx="7239000" cy="4608462"/>
          </a:xfrm>
          <a:prstGeom prst="rect">
            <a:avLst/>
          </a:prstGeom>
        </p:spPr>
      </p:pic>
      <p:pic>
        <p:nvPicPr>
          <p:cNvPr id="6" name="Picture 5">
            <a:extLst>
              <a:ext uri="{FF2B5EF4-FFF2-40B4-BE49-F238E27FC236}">
                <a16:creationId xmlns:a16="http://schemas.microsoft.com/office/drawing/2014/main" id="{D8BA1B38-048A-AACC-5F9E-A4791D9CCE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 y="2999887"/>
            <a:ext cx="7467600" cy="4753992"/>
          </a:xfrm>
          <a:prstGeom prst="rect">
            <a:avLst/>
          </a:prstGeom>
        </p:spPr>
      </p:pic>
    </p:spTree>
    <p:extLst>
      <p:ext uri="{BB962C8B-B14F-4D97-AF65-F5344CB8AC3E}">
        <p14:creationId xmlns:p14="http://schemas.microsoft.com/office/powerpoint/2010/main" val="314244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4ACC-3810-CF66-51A0-107407CE230C}"/>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F477EBE5-78E7-FF1A-D93F-63A827E4F79D}"/>
              </a:ext>
            </a:extLst>
          </p:cNvPr>
          <p:cNvSpPr txBox="1"/>
          <p:nvPr/>
        </p:nvSpPr>
        <p:spPr>
          <a:xfrm>
            <a:off x="391728" y="478155"/>
            <a:ext cx="17667672" cy="1025922"/>
          </a:xfrm>
          <a:prstGeom prst="rect">
            <a:avLst/>
          </a:prstGeom>
        </p:spPr>
        <p:txBody>
          <a:bodyPr wrap="square" lIns="0" tIns="0" rIns="0" bIns="0" rtlCol="0" anchor="t">
            <a:spAutoFit/>
          </a:bodyPr>
          <a:lstStyle/>
          <a:p>
            <a:pPr algn="ctr">
              <a:lnSpc>
                <a:spcPts val="7979"/>
              </a:lnSpc>
            </a:pPr>
            <a:r>
              <a:rPr lang="en-US" sz="6999" b="1" dirty="0">
                <a:solidFill>
                  <a:srgbClr val="B71E42"/>
                </a:solidFill>
                <a:latin typeface="Poppins Medium"/>
                <a:ea typeface="Poppins Medium"/>
                <a:cs typeface="Poppins Medium"/>
                <a:sym typeface="Poppins Medium"/>
              </a:rPr>
              <a:t>Correlations with target(price):</a:t>
            </a:r>
          </a:p>
        </p:txBody>
      </p:sp>
      <p:sp>
        <p:nvSpPr>
          <p:cNvPr id="11" name="TextBox 10">
            <a:extLst>
              <a:ext uri="{FF2B5EF4-FFF2-40B4-BE49-F238E27FC236}">
                <a16:creationId xmlns:a16="http://schemas.microsoft.com/office/drawing/2014/main" id="{22B38DE8-D499-E5CE-A6EE-5C87644430A0}"/>
              </a:ext>
            </a:extLst>
          </p:cNvPr>
          <p:cNvSpPr txBox="1"/>
          <p:nvPr/>
        </p:nvSpPr>
        <p:spPr>
          <a:xfrm>
            <a:off x="1905000" y="8039100"/>
            <a:ext cx="14478000" cy="584775"/>
          </a:xfrm>
          <a:prstGeom prst="rect">
            <a:avLst/>
          </a:prstGeom>
          <a:noFill/>
        </p:spPr>
        <p:txBody>
          <a:bodyPr wrap="square" rtlCol="0">
            <a:spAutoFit/>
          </a:bodyPr>
          <a:lstStyle/>
          <a:p>
            <a:pPr algn="ctr"/>
            <a:r>
              <a:rPr lang="en-US" sz="3200" b="1" dirty="0">
                <a:solidFill>
                  <a:srgbClr val="B71E42"/>
                </a:solidFill>
              </a:rPr>
              <a:t>Class: </a:t>
            </a:r>
            <a:r>
              <a:rPr lang="en-US" sz="3200" dirty="0">
                <a:solidFill>
                  <a:srgbClr val="B71E42"/>
                </a:solidFill>
              </a:rPr>
              <a:t>the business class is much more expensive price than the economy class</a:t>
            </a:r>
          </a:p>
        </p:txBody>
      </p:sp>
      <p:pic>
        <p:nvPicPr>
          <p:cNvPr id="7" name="Picture 6">
            <a:extLst>
              <a:ext uri="{FF2B5EF4-FFF2-40B4-BE49-F238E27FC236}">
                <a16:creationId xmlns:a16="http://schemas.microsoft.com/office/drawing/2014/main" id="{91B9B9C0-61E9-4F55-64CC-38AD69DA18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3582" y="2595138"/>
            <a:ext cx="8630418" cy="5195009"/>
          </a:xfrm>
          <a:prstGeom prst="rect">
            <a:avLst/>
          </a:prstGeom>
        </p:spPr>
      </p:pic>
    </p:spTree>
    <p:extLst>
      <p:ext uri="{BB962C8B-B14F-4D97-AF65-F5344CB8AC3E}">
        <p14:creationId xmlns:p14="http://schemas.microsoft.com/office/powerpoint/2010/main" val="1260891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C96DE-3959-2400-49E5-00D9432C6613}"/>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1FF2C4A6-4A52-F50F-B81C-562686EAD803}"/>
              </a:ext>
            </a:extLst>
          </p:cNvPr>
          <p:cNvSpPr txBox="1"/>
          <p:nvPr/>
        </p:nvSpPr>
        <p:spPr>
          <a:xfrm>
            <a:off x="391728" y="266700"/>
            <a:ext cx="17667672" cy="1025922"/>
          </a:xfrm>
          <a:prstGeom prst="rect">
            <a:avLst/>
          </a:prstGeom>
        </p:spPr>
        <p:txBody>
          <a:bodyPr wrap="square" lIns="0" tIns="0" rIns="0" bIns="0" rtlCol="0" anchor="t">
            <a:spAutoFit/>
          </a:bodyPr>
          <a:lstStyle/>
          <a:p>
            <a:pPr algn="ctr">
              <a:lnSpc>
                <a:spcPts val="7979"/>
              </a:lnSpc>
            </a:pPr>
            <a:r>
              <a:rPr lang="en-US" sz="6999" b="1" dirty="0">
                <a:solidFill>
                  <a:srgbClr val="B71E42"/>
                </a:solidFill>
                <a:latin typeface="ADLaM Display" panose="02010000000000000000" pitchFamily="2" charset="0"/>
                <a:ea typeface="ADLaM Display" panose="02010000000000000000" pitchFamily="2" charset="0"/>
                <a:cs typeface="ADLaM Display" panose="02010000000000000000" pitchFamily="2" charset="0"/>
                <a:sym typeface="Poppins Medium"/>
              </a:rPr>
              <a:t>Correlations with target(price):</a:t>
            </a:r>
          </a:p>
        </p:txBody>
      </p:sp>
      <p:sp>
        <p:nvSpPr>
          <p:cNvPr id="11" name="TextBox 10">
            <a:extLst>
              <a:ext uri="{FF2B5EF4-FFF2-40B4-BE49-F238E27FC236}">
                <a16:creationId xmlns:a16="http://schemas.microsoft.com/office/drawing/2014/main" id="{43A64DE3-1B8E-E212-3128-55287060A8FC}"/>
              </a:ext>
            </a:extLst>
          </p:cNvPr>
          <p:cNvSpPr txBox="1"/>
          <p:nvPr/>
        </p:nvSpPr>
        <p:spPr>
          <a:xfrm>
            <a:off x="1905000" y="8496300"/>
            <a:ext cx="14478000" cy="584775"/>
          </a:xfrm>
          <a:prstGeom prst="rect">
            <a:avLst/>
          </a:prstGeom>
          <a:noFill/>
        </p:spPr>
        <p:txBody>
          <a:bodyPr wrap="square" rtlCol="0">
            <a:spAutoFit/>
          </a:bodyPr>
          <a:lstStyle/>
          <a:p>
            <a:pPr algn="ctr"/>
            <a:r>
              <a:rPr lang="en-US" sz="3200" b="1" dirty="0">
                <a:solidFill>
                  <a:srgbClr val="B71E42"/>
                </a:solidFill>
              </a:rPr>
              <a:t>We can see some routes are significantly cheaper than other routes</a:t>
            </a:r>
            <a:endParaRPr lang="en-US" sz="3200" dirty="0">
              <a:solidFill>
                <a:srgbClr val="B71E42"/>
              </a:solidFill>
            </a:endParaRPr>
          </a:p>
        </p:txBody>
      </p:sp>
      <p:pic>
        <p:nvPicPr>
          <p:cNvPr id="12" name="Picture 11">
            <a:extLst>
              <a:ext uri="{FF2B5EF4-FFF2-40B4-BE49-F238E27FC236}">
                <a16:creationId xmlns:a16="http://schemas.microsoft.com/office/drawing/2014/main" id="{1893DE82-82D7-F3CC-C69E-3F05CA1E4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409700"/>
            <a:ext cx="9835164" cy="7056253"/>
          </a:xfrm>
          <a:prstGeom prst="rect">
            <a:avLst/>
          </a:prstGeom>
        </p:spPr>
      </p:pic>
    </p:spTree>
    <p:extLst>
      <p:ext uri="{BB962C8B-B14F-4D97-AF65-F5344CB8AC3E}">
        <p14:creationId xmlns:p14="http://schemas.microsoft.com/office/powerpoint/2010/main" val="3570084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97825-B2C0-828F-D2D0-D8306AA7C6BE}"/>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28F8BFF2-1540-99F8-4C99-796C36592946}"/>
              </a:ext>
            </a:extLst>
          </p:cNvPr>
          <p:cNvSpPr txBox="1"/>
          <p:nvPr/>
        </p:nvSpPr>
        <p:spPr>
          <a:xfrm>
            <a:off x="391728" y="478155"/>
            <a:ext cx="17667672" cy="1025922"/>
          </a:xfrm>
          <a:prstGeom prst="rect">
            <a:avLst/>
          </a:prstGeom>
        </p:spPr>
        <p:txBody>
          <a:bodyPr wrap="square" lIns="0" tIns="0" rIns="0" bIns="0" rtlCol="0" anchor="t">
            <a:spAutoFit/>
          </a:bodyPr>
          <a:lstStyle/>
          <a:p>
            <a:pPr algn="ctr">
              <a:lnSpc>
                <a:spcPts val="7979"/>
              </a:lnSpc>
            </a:pPr>
            <a:r>
              <a:rPr lang="en-US" sz="6999" b="1" dirty="0">
                <a:solidFill>
                  <a:srgbClr val="C00000"/>
                </a:solidFill>
                <a:latin typeface="Poppins Medium"/>
                <a:ea typeface="Poppins Medium"/>
                <a:cs typeface="Poppins Medium"/>
                <a:sym typeface="Poppins Medium"/>
              </a:rPr>
              <a:t>Correlations with target(price):</a:t>
            </a:r>
          </a:p>
        </p:txBody>
      </p:sp>
      <p:sp>
        <p:nvSpPr>
          <p:cNvPr id="11" name="TextBox 10">
            <a:extLst>
              <a:ext uri="{FF2B5EF4-FFF2-40B4-BE49-F238E27FC236}">
                <a16:creationId xmlns:a16="http://schemas.microsoft.com/office/drawing/2014/main" id="{FD74BA8C-46F5-F386-5945-FC80143F82FB}"/>
              </a:ext>
            </a:extLst>
          </p:cNvPr>
          <p:cNvSpPr txBox="1"/>
          <p:nvPr/>
        </p:nvSpPr>
        <p:spPr>
          <a:xfrm>
            <a:off x="1905000" y="8039100"/>
            <a:ext cx="14782800" cy="1077218"/>
          </a:xfrm>
          <a:prstGeom prst="rect">
            <a:avLst/>
          </a:prstGeom>
          <a:noFill/>
        </p:spPr>
        <p:txBody>
          <a:bodyPr wrap="square" rtlCol="0">
            <a:spAutoFit/>
          </a:bodyPr>
          <a:lstStyle/>
          <a:p>
            <a:r>
              <a:rPr lang="en-US" sz="3200" b="1" dirty="0">
                <a:solidFill>
                  <a:srgbClr val="C00000"/>
                </a:solidFill>
              </a:rPr>
              <a:t>Source and destination city factors: do not affect that much, we can see they almost have the same lower bound and the upper bound can vary a little.</a:t>
            </a:r>
            <a:endParaRPr lang="en-US" sz="3200" dirty="0">
              <a:solidFill>
                <a:srgbClr val="C00000"/>
              </a:solidFill>
            </a:endParaRPr>
          </a:p>
        </p:txBody>
      </p:sp>
      <p:pic>
        <p:nvPicPr>
          <p:cNvPr id="7" name="Picture 6">
            <a:extLst>
              <a:ext uri="{FF2B5EF4-FFF2-40B4-BE49-F238E27FC236}">
                <a16:creationId xmlns:a16="http://schemas.microsoft.com/office/drawing/2014/main" id="{95D61504-4E12-DF9F-DF99-06F05556D6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362515"/>
            <a:ext cx="7849158" cy="4822714"/>
          </a:xfrm>
          <a:prstGeom prst="rect">
            <a:avLst/>
          </a:prstGeom>
        </p:spPr>
      </p:pic>
      <p:pic>
        <p:nvPicPr>
          <p:cNvPr id="9" name="Picture 8">
            <a:extLst>
              <a:ext uri="{FF2B5EF4-FFF2-40B4-BE49-F238E27FC236}">
                <a16:creationId xmlns:a16="http://schemas.microsoft.com/office/drawing/2014/main" id="{89390CB5-2B0F-6AD7-2AE0-FF2DE55C3E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9163" y="2357948"/>
            <a:ext cx="7830014" cy="4810952"/>
          </a:xfrm>
          <a:prstGeom prst="rect">
            <a:avLst/>
          </a:prstGeom>
        </p:spPr>
      </p:pic>
    </p:spTree>
    <p:extLst>
      <p:ext uri="{BB962C8B-B14F-4D97-AF65-F5344CB8AC3E}">
        <p14:creationId xmlns:p14="http://schemas.microsoft.com/office/powerpoint/2010/main" val="1431848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9214"/>
            <a:ext cx="18288000" cy="615891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0ADA3A4-2775-A700-5CE6-4BDDC9D2BD17}"/>
              </a:ext>
            </a:extLst>
          </p:cNvPr>
          <p:cNvSpPr>
            <a:spLocks noGrp="1"/>
          </p:cNvSpPr>
          <p:nvPr>
            <p:ph type="title"/>
          </p:nvPr>
        </p:nvSpPr>
        <p:spPr>
          <a:xfrm>
            <a:off x="2177368" y="3454570"/>
            <a:ext cx="4908140" cy="4011297"/>
          </a:xfrm>
        </p:spPr>
        <p:txBody>
          <a:bodyPr anchor="t">
            <a:normAutofit/>
          </a:bodyPr>
          <a:lstStyle/>
          <a:p>
            <a:r>
              <a:rPr lang="en-US" b="1">
                <a:latin typeface="ADLaM Display" panose="02010000000000000000" pitchFamily="2" charset="0"/>
                <a:ea typeface="ADLaM Display" panose="02010000000000000000" pitchFamily="2" charset="0"/>
                <a:cs typeface="ADLaM Display" panose="02010000000000000000" pitchFamily="2" charset="0"/>
              </a:rPr>
              <a:t>Outliers:</a:t>
            </a:r>
          </a:p>
        </p:txBody>
      </p:sp>
      <p:cxnSp>
        <p:nvCxnSpPr>
          <p:cNvPr id="23" name="Straight Connector 22">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7368" y="3219813"/>
            <a:ext cx="49081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5"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77370" y="4683744"/>
            <a:ext cx="5295235" cy="15738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27" name="Picture 26">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cxnSp>
        <p:nvCxnSpPr>
          <p:cNvPr id="29" name="Straight Connector 28">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9192619"/>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14" name="Diagram 13">
            <a:extLst>
              <a:ext uri="{FF2B5EF4-FFF2-40B4-BE49-F238E27FC236}">
                <a16:creationId xmlns:a16="http://schemas.microsoft.com/office/drawing/2014/main" id="{53FEB16C-FEC1-F271-9F5B-CD5B0ED4DC5E}"/>
              </a:ext>
            </a:extLst>
          </p:cNvPr>
          <p:cNvGraphicFramePr/>
          <p:nvPr>
            <p:extLst>
              <p:ext uri="{D42A27DB-BD31-4B8C-83A1-F6EECF244321}">
                <p14:modId xmlns:p14="http://schemas.microsoft.com/office/powerpoint/2010/main" val="3506826051"/>
              </p:ext>
            </p:extLst>
          </p:nvPr>
        </p:nvGraphicFramePr>
        <p:xfrm>
          <a:off x="7712869" y="1204912"/>
          <a:ext cx="8870156" cy="6955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1517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F5F6-B14E-7DC0-1C8E-F3E09A729D1E}"/>
              </a:ext>
            </a:extLst>
          </p:cNvPr>
          <p:cNvSpPr>
            <a:spLocks noGrp="1"/>
          </p:cNvSpPr>
          <p:nvPr>
            <p:ph type="title"/>
          </p:nvPr>
        </p:nvSpPr>
        <p:spPr>
          <a:xfrm>
            <a:off x="2177369" y="521647"/>
            <a:ext cx="14404913" cy="1573853"/>
          </a:xfrm>
        </p:spPr>
        <p:txBody>
          <a:bodyPr>
            <a:normAutofit/>
          </a:bodyPr>
          <a:lstStyle/>
          <a:p>
            <a:pPr algn="ctr"/>
            <a:r>
              <a:rPr lang="en-US" sz="8000" dirty="0" err="1">
                <a:solidFill>
                  <a:srgbClr val="C00000"/>
                </a:solidFill>
                <a:latin typeface="ADLaM Display" panose="02010000000000000000" pitchFamily="2" charset="0"/>
                <a:ea typeface="ADLaM Display" panose="02010000000000000000" pitchFamily="2" charset="0"/>
                <a:cs typeface="ADLaM Display" panose="02010000000000000000" pitchFamily="2" charset="0"/>
              </a:rPr>
              <a:t>Planing</a:t>
            </a:r>
            <a:endParaRPr lang="en-US" sz="80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9" name="Content Placeholder 8">
            <a:extLst>
              <a:ext uri="{FF2B5EF4-FFF2-40B4-BE49-F238E27FC236}">
                <a16:creationId xmlns:a16="http://schemas.microsoft.com/office/drawing/2014/main" id="{46FD4BDA-BEF7-6E11-35C4-DD652F280D1B}"/>
              </a:ext>
            </a:extLst>
          </p:cNvPr>
          <p:cNvGraphicFramePr>
            <a:graphicFrameLocks noGrp="1"/>
          </p:cNvGraphicFramePr>
          <p:nvPr>
            <p:ph idx="1"/>
            <p:extLst>
              <p:ext uri="{D42A27DB-BD31-4B8C-83A1-F6EECF244321}">
                <p14:modId xmlns:p14="http://schemas.microsoft.com/office/powerpoint/2010/main" val="952887896"/>
              </p:ext>
            </p:extLst>
          </p:nvPr>
        </p:nvGraphicFramePr>
        <p:xfrm>
          <a:off x="1143000" y="2933700"/>
          <a:ext cx="16764000" cy="5265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6744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D0FEB-3262-5142-3126-F34BEAD4E1DA}"/>
              </a:ext>
            </a:extLst>
          </p:cNvPr>
          <p:cNvSpPr>
            <a:spLocks noGrp="1"/>
          </p:cNvSpPr>
          <p:nvPr>
            <p:ph type="title"/>
          </p:nvPr>
        </p:nvSpPr>
        <p:spPr>
          <a:xfrm>
            <a:off x="2177368" y="1206778"/>
            <a:ext cx="14404913" cy="1573853"/>
          </a:xfrm>
        </p:spPr>
        <p:txBody>
          <a:bodyPr>
            <a:normAutofit/>
          </a:bodyPr>
          <a:lstStyle/>
          <a:p>
            <a:r>
              <a:rPr lang="en-US">
                <a:latin typeface="ADLaM Display" panose="02010000000000000000" pitchFamily="2" charset="0"/>
                <a:ea typeface="ADLaM Display" panose="02010000000000000000" pitchFamily="2" charset="0"/>
                <a:cs typeface="ADLaM Display" panose="02010000000000000000" pitchFamily="2" charset="0"/>
              </a:rPr>
              <a:t>models</a:t>
            </a:r>
          </a:p>
        </p:txBody>
      </p:sp>
      <p:graphicFrame>
        <p:nvGraphicFramePr>
          <p:cNvPr id="4" name="Content Placeholder 3">
            <a:extLst>
              <a:ext uri="{FF2B5EF4-FFF2-40B4-BE49-F238E27FC236}">
                <a16:creationId xmlns:a16="http://schemas.microsoft.com/office/drawing/2014/main" id="{26B4FC99-C56E-6FFC-22D8-FE2C0DDD580F}"/>
              </a:ext>
            </a:extLst>
          </p:cNvPr>
          <p:cNvGraphicFramePr>
            <a:graphicFrameLocks noGrp="1"/>
          </p:cNvGraphicFramePr>
          <p:nvPr>
            <p:ph idx="1"/>
            <p:extLst>
              <p:ext uri="{D42A27DB-BD31-4B8C-83A1-F6EECF244321}">
                <p14:modId xmlns:p14="http://schemas.microsoft.com/office/powerpoint/2010/main" val="2737710538"/>
              </p:ext>
            </p:extLst>
          </p:nvPr>
        </p:nvGraphicFramePr>
        <p:xfrm>
          <a:off x="1371600" y="2400300"/>
          <a:ext cx="15849601" cy="6107603"/>
        </p:xfrm>
        <a:graphic>
          <a:graphicData uri="http://schemas.openxmlformats.org/drawingml/2006/table">
            <a:tbl>
              <a:tblPr>
                <a:tableStyleId>{3C2FFA5D-87B4-456A-9821-1D502468CF0F}</a:tableStyleId>
              </a:tblPr>
              <a:tblGrid>
                <a:gridCol w="2841776">
                  <a:extLst>
                    <a:ext uri="{9D8B030D-6E8A-4147-A177-3AD203B41FA5}">
                      <a16:colId xmlns:a16="http://schemas.microsoft.com/office/drawing/2014/main" val="1827387382"/>
                    </a:ext>
                  </a:extLst>
                </a:gridCol>
                <a:gridCol w="6264653">
                  <a:extLst>
                    <a:ext uri="{9D8B030D-6E8A-4147-A177-3AD203B41FA5}">
                      <a16:colId xmlns:a16="http://schemas.microsoft.com/office/drawing/2014/main" val="2995252425"/>
                    </a:ext>
                  </a:extLst>
                </a:gridCol>
                <a:gridCol w="6743172">
                  <a:extLst>
                    <a:ext uri="{9D8B030D-6E8A-4147-A177-3AD203B41FA5}">
                      <a16:colId xmlns:a16="http://schemas.microsoft.com/office/drawing/2014/main" val="3804631234"/>
                    </a:ext>
                  </a:extLst>
                </a:gridCol>
              </a:tblGrid>
              <a:tr h="732290">
                <a:tc>
                  <a:txBody>
                    <a:bodyPr/>
                    <a:lstStyle/>
                    <a:p>
                      <a:pPr>
                        <a:buNone/>
                      </a:pPr>
                      <a:r>
                        <a:rPr lang="en-US" sz="3200" b="1" cap="none" spc="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Model</a:t>
                      </a:r>
                    </a:p>
                  </a:txBody>
                  <a:tcPr marL="166169" marR="188410" marT="127823" marB="127823" anchor="ctr"/>
                </a:tc>
                <a:tc>
                  <a:txBody>
                    <a:bodyPr/>
                    <a:lstStyle/>
                    <a:p>
                      <a:pPr>
                        <a:buNone/>
                      </a:pPr>
                      <a:r>
                        <a:rPr lang="en-US" sz="3200" b="1" cap="none" spc="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Strength</a:t>
                      </a:r>
                    </a:p>
                  </a:txBody>
                  <a:tcPr marL="166169" marR="188410" marT="127823" marB="127823" anchor="ctr"/>
                </a:tc>
                <a:tc>
                  <a:txBody>
                    <a:bodyPr/>
                    <a:lstStyle/>
                    <a:p>
                      <a:pPr>
                        <a:buNone/>
                      </a:pPr>
                      <a:r>
                        <a:rPr lang="en-US" sz="3200" b="1" cap="none" spc="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Limitation</a:t>
                      </a:r>
                    </a:p>
                  </a:txBody>
                  <a:tcPr marL="166169" marR="188410" marT="127823" marB="127823" anchor="ctr"/>
                </a:tc>
                <a:extLst>
                  <a:ext uri="{0D108BD9-81ED-4DB2-BD59-A6C34878D82A}">
                    <a16:rowId xmlns:a16="http://schemas.microsoft.com/office/drawing/2014/main" val="1972161293"/>
                  </a:ext>
                </a:extLst>
              </a:tr>
              <a:tr h="1093277">
                <a:tc>
                  <a:txBody>
                    <a:bodyPr/>
                    <a:lstStyle/>
                    <a:p>
                      <a:pPr>
                        <a:buNone/>
                      </a:pPr>
                      <a:r>
                        <a:rPr lang="en-US" sz="2400" b="1" cap="none" spc="0" dirty="0">
                          <a:solidFill>
                            <a:schemeClr val="tx1"/>
                          </a:solidFill>
                          <a:latin typeface="Calibri" panose="020F0502020204030204" pitchFamily="34" charset="0"/>
                          <a:cs typeface="Calibri" panose="020F0502020204030204" pitchFamily="34" charset="0"/>
                        </a:rPr>
                        <a:t>Linear Regression</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a:solidFill>
                            <a:schemeClr val="tx1"/>
                          </a:solidFill>
                          <a:latin typeface="Calibri" panose="020F0502020204030204" pitchFamily="34" charset="0"/>
                          <a:cs typeface="Calibri" panose="020F0502020204030204" pitchFamily="34" charset="0"/>
                        </a:rPr>
                        <a:t>Simple, fast, interpretable, establishes a baseline</a:t>
                      </a:r>
                      <a:endParaRPr lang="en-US" sz="2400" cap="none" spc="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Assumes linear relationships and may underfit complex pricing patterns.</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extLst>
                  <a:ext uri="{0D108BD9-81ED-4DB2-BD59-A6C34878D82A}">
                    <a16:rowId xmlns:a16="http://schemas.microsoft.com/office/drawing/2014/main" val="982841893"/>
                  </a:ext>
                </a:extLst>
              </a:tr>
              <a:tr h="1093277">
                <a:tc>
                  <a:txBody>
                    <a:bodyPr/>
                    <a:lstStyle/>
                    <a:p>
                      <a:pPr>
                        <a:buNone/>
                      </a:pPr>
                      <a:r>
                        <a:rPr lang="en-US" sz="2400" b="1" cap="none" spc="0">
                          <a:solidFill>
                            <a:schemeClr val="tx1"/>
                          </a:solidFill>
                          <a:latin typeface="Calibri" panose="020F0502020204030204" pitchFamily="34" charset="0"/>
                          <a:cs typeface="Calibri" panose="020F0502020204030204" pitchFamily="34" charset="0"/>
                        </a:rPr>
                        <a:t>Decision Tree</a:t>
                      </a:r>
                      <a:endParaRPr lang="en-US" sz="2400" cap="none" spc="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a:solidFill>
                            <a:schemeClr val="tx1"/>
                          </a:solidFill>
                          <a:latin typeface="Calibri" panose="020F0502020204030204" pitchFamily="34" charset="0"/>
                          <a:cs typeface="Calibri" panose="020F0502020204030204" pitchFamily="34" charset="0"/>
                        </a:rPr>
                        <a:t>Captures nonlinear relationships and interactions</a:t>
                      </a:r>
                      <a:endParaRPr lang="en-US" sz="2400" cap="none" spc="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Overfitting, it could memorize instead of studying the relationships.</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extLst>
                  <a:ext uri="{0D108BD9-81ED-4DB2-BD59-A6C34878D82A}">
                    <a16:rowId xmlns:a16="http://schemas.microsoft.com/office/drawing/2014/main" val="1318665300"/>
                  </a:ext>
                </a:extLst>
              </a:tr>
              <a:tr h="1093277">
                <a:tc>
                  <a:txBody>
                    <a:bodyPr/>
                    <a:lstStyle/>
                    <a:p>
                      <a:pPr>
                        <a:buNone/>
                      </a:pPr>
                      <a:r>
                        <a:rPr lang="en-US" sz="2400" b="1" cap="none" spc="0">
                          <a:solidFill>
                            <a:schemeClr val="tx1"/>
                          </a:solidFill>
                          <a:latin typeface="Calibri" panose="020F0502020204030204" pitchFamily="34" charset="0"/>
                          <a:cs typeface="Calibri" panose="020F0502020204030204" pitchFamily="34" charset="0"/>
                        </a:rPr>
                        <a:t>Random Forest</a:t>
                      </a:r>
                      <a:endParaRPr lang="en-US" sz="2400" cap="none" spc="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Combines many decision trees to reduce overfitting and improve generalization</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Less interpretable and computationally heavier than a single tree.</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extLst>
                  <a:ext uri="{0D108BD9-81ED-4DB2-BD59-A6C34878D82A}">
                    <a16:rowId xmlns:a16="http://schemas.microsoft.com/office/drawing/2014/main" val="1744923371"/>
                  </a:ext>
                </a:extLst>
              </a:tr>
              <a:tr h="1093277">
                <a:tc>
                  <a:txBody>
                    <a:bodyPr/>
                    <a:lstStyle/>
                    <a:p>
                      <a:pPr>
                        <a:buNone/>
                      </a:pPr>
                      <a:r>
                        <a:rPr lang="en-US" sz="2400" b="1" cap="none" spc="0">
                          <a:solidFill>
                            <a:schemeClr val="tx1"/>
                          </a:solidFill>
                          <a:latin typeface="Calibri" panose="020F0502020204030204" pitchFamily="34" charset="0"/>
                          <a:cs typeface="Calibri" panose="020F0502020204030204" pitchFamily="34" charset="0"/>
                        </a:rPr>
                        <a:t>XGBoost</a:t>
                      </a:r>
                      <a:endParaRPr lang="en-US" sz="2400" cap="none" spc="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sequentially improves previous trees, often achieving the best predictive performance</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tc>
                  <a:txBody>
                    <a:bodyPr/>
                    <a:lstStyle/>
                    <a:p>
                      <a:pPr>
                        <a:buNone/>
                      </a:pPr>
                      <a:r>
                        <a:rPr lang="en-US" sz="2400" cap="none" spc="0" dirty="0">
                          <a:solidFill>
                            <a:schemeClr val="tx1"/>
                          </a:solidFill>
                          <a:latin typeface="Calibri" panose="020F0502020204030204" pitchFamily="34" charset="0"/>
                          <a:cs typeface="Calibri" panose="020F0502020204030204" pitchFamily="34" charset="0"/>
                        </a:rPr>
                        <a:t>More computationally intensive and requires hyperparameter tuning for best results.</a:t>
                      </a:r>
                    </a:p>
                    <a:p>
                      <a:pPr>
                        <a:buNone/>
                      </a:pPr>
                      <a:r>
                        <a:rPr lang="en-US" sz="2400" dirty="0"/>
                        <a:t>finding good settings takes more time and experimentation than models like Linear Regression.</a:t>
                      </a:r>
                      <a:endParaRPr lang="en-US" sz="2400" cap="none" spc="0" dirty="0">
                        <a:solidFill>
                          <a:schemeClr val="tx1"/>
                        </a:solidFill>
                        <a:latin typeface="Calibri" panose="020F0502020204030204" pitchFamily="34" charset="0"/>
                        <a:ea typeface="ADLaM Display" panose="02010000000000000000" pitchFamily="2" charset="0"/>
                        <a:cs typeface="Calibri" panose="020F0502020204030204" pitchFamily="34" charset="0"/>
                      </a:endParaRPr>
                    </a:p>
                  </a:txBody>
                  <a:tcPr marL="166169" marR="188410" marT="127823" marB="127823" anchor="ctr"/>
                </a:tc>
                <a:extLst>
                  <a:ext uri="{0D108BD9-81ED-4DB2-BD59-A6C34878D82A}">
                    <a16:rowId xmlns:a16="http://schemas.microsoft.com/office/drawing/2014/main" val="3026264040"/>
                  </a:ext>
                </a:extLst>
              </a:tr>
            </a:tbl>
          </a:graphicData>
        </a:graphic>
      </p:graphicFrame>
    </p:spTree>
    <p:extLst>
      <p:ext uri="{BB962C8B-B14F-4D97-AF65-F5344CB8AC3E}">
        <p14:creationId xmlns:p14="http://schemas.microsoft.com/office/powerpoint/2010/main" val="109414384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30536</TotalTime>
  <Words>1065</Words>
  <Application>Microsoft Office PowerPoint</Application>
  <PresentationFormat>Custom</PresentationFormat>
  <Paragraphs>187</Paragraphs>
  <Slides>17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Poppins Medium</vt:lpstr>
      <vt:lpstr>Arial</vt:lpstr>
      <vt:lpstr>ADLaM Display</vt:lpstr>
      <vt:lpstr>Gill Sans MT</vt:lpstr>
      <vt:lpstr>Calibri</vt:lpstr>
      <vt:lpstr>Poppins</vt:lpstr>
      <vt:lpstr>Aptos</vt:lpstr>
      <vt:lpstr>Gallery</vt:lpstr>
      <vt:lpstr>PowerPoint Presentation</vt:lpstr>
      <vt:lpstr>PowerPoint Presentation</vt:lpstr>
      <vt:lpstr>PowerPoint Presentation</vt:lpstr>
      <vt:lpstr>PowerPoint Presentation</vt:lpstr>
      <vt:lpstr>Findings </vt:lpstr>
      <vt:lpstr>Original data frame VS  engineered data frame </vt:lpstr>
      <vt:lpstr>PowerPoint Presentation</vt:lpstr>
      <vt:lpstr>PowerPoint Presentation</vt:lpstr>
      <vt:lpstr>Categorical features Correlations with price</vt:lpstr>
      <vt:lpstr>PowerPoint Presentation</vt:lpstr>
      <vt:lpstr>PowerPoint Presentation</vt:lpstr>
      <vt:lpstr>PowerPoint Presentation</vt:lpstr>
      <vt:lpstr>PowerPoint Presentation</vt:lpstr>
      <vt:lpstr>PowerPoint Presentation</vt:lpstr>
      <vt:lpstr>Outliers:</vt:lpstr>
      <vt:lpstr>Planing</vt:lpstr>
      <vt:lpstr>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White and Blue Modern Data Analysis Presentation</dc:title>
  <dc:creator>shaikha marzooq</dc:creator>
  <cp:lastModifiedBy>shaikha marzooq</cp:lastModifiedBy>
  <cp:revision>75</cp:revision>
  <dcterms:created xsi:type="dcterms:W3CDTF">2006-08-16T00:00:00Z</dcterms:created>
  <dcterms:modified xsi:type="dcterms:W3CDTF">2026-07-05T11:36:06Z</dcterms:modified>
  <dc:identifier>DAHMda_qMto</dc:identifier>
</cp:coreProperties>
</file>